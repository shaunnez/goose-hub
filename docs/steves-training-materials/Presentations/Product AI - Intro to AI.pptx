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70" r:id="rId4"/>
    <p:sldMasterId id="2147483771" r:id="rId5"/>
    <p:sldMasterId id="2147483772" r:id="rId6"/>
    <p:sldMasterId id="214748377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Lst>
  <p:sldSz cy="5143500" cx="9144000"/>
  <p:notesSz cx="6858000" cy="9144000"/>
  <p:embeddedFontLst>
    <p:embeddedFont>
      <p:font typeface="Roboto Black"/>
      <p:bold r:id="rId65"/>
      <p:boldItalic r:id="rId66"/>
    </p:embeddedFont>
    <p:embeddedFont>
      <p:font typeface="Montserrat"/>
      <p:regular r:id="rId67"/>
      <p:bold r:id="rId68"/>
      <p:italic r:id="rId69"/>
      <p:boldItalic r:id="rId70"/>
    </p:embeddedFont>
    <p:embeddedFont>
      <p:font typeface="Corbel"/>
      <p:regular r:id="rId71"/>
      <p:bold r:id="rId72"/>
      <p:italic r:id="rId73"/>
      <p:boldItalic r:id="rId74"/>
    </p:embeddedFont>
    <p:embeddedFont>
      <p:font typeface="Work Sans"/>
      <p:regular r:id="rId75"/>
      <p:bold r:id="rId76"/>
      <p:italic r:id="rId77"/>
      <p:boldItalic r:id="rId78"/>
    </p:embeddedFont>
    <p:embeddedFont>
      <p:font typeface="Arial Black"/>
      <p:regular r:id="rId79"/>
    </p:embeddedFont>
    <p:embeddedFont>
      <p:font typeface="Century Gothic"/>
      <p:regular r:id="rId80"/>
      <p:bold r:id="rId81"/>
      <p:italic r:id="rId82"/>
      <p:boldItalic r:id="rId83"/>
    </p:embeddedFont>
    <p:embeddedFont>
      <p:font typeface="Nunito Sans"/>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84" Type="http://schemas.openxmlformats.org/officeDocument/2006/relationships/font" Target="fonts/NunitoSans-regular.fntdata"/><Relationship Id="rId83" Type="http://schemas.openxmlformats.org/officeDocument/2006/relationships/font" Target="fonts/CenturyGothic-boldItalic.fntdata"/><Relationship Id="rId42" Type="http://schemas.openxmlformats.org/officeDocument/2006/relationships/slide" Target="slides/slide34.xml"/><Relationship Id="rId86" Type="http://schemas.openxmlformats.org/officeDocument/2006/relationships/font" Target="fonts/NunitoSans-italic.fntdata"/><Relationship Id="rId41" Type="http://schemas.openxmlformats.org/officeDocument/2006/relationships/slide" Target="slides/slide33.xml"/><Relationship Id="rId85" Type="http://schemas.openxmlformats.org/officeDocument/2006/relationships/font" Target="fonts/NunitoSans-bold.fntdata"/><Relationship Id="rId44" Type="http://schemas.openxmlformats.org/officeDocument/2006/relationships/slide" Target="slides/slide36.xml"/><Relationship Id="rId43" Type="http://schemas.openxmlformats.org/officeDocument/2006/relationships/slide" Target="slides/slide35.xml"/><Relationship Id="rId87" Type="http://schemas.openxmlformats.org/officeDocument/2006/relationships/font" Target="fonts/NunitoSans-boldItalic.fntdata"/><Relationship Id="rId46" Type="http://schemas.openxmlformats.org/officeDocument/2006/relationships/slide" Target="slides/slide38.xml"/><Relationship Id="rId45" Type="http://schemas.openxmlformats.org/officeDocument/2006/relationships/slide" Target="slides/slide37.xml"/><Relationship Id="rId80" Type="http://schemas.openxmlformats.org/officeDocument/2006/relationships/font" Target="fonts/CenturyGothic-regular.fntdata"/><Relationship Id="rId82" Type="http://schemas.openxmlformats.org/officeDocument/2006/relationships/font" Target="fonts/CenturyGothic-italic.fntdata"/><Relationship Id="rId81" Type="http://schemas.openxmlformats.org/officeDocument/2006/relationships/font" Target="fonts/CenturyGothic-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font" Target="fonts/Corbel-italic.fntdata"/><Relationship Id="rId72" Type="http://schemas.openxmlformats.org/officeDocument/2006/relationships/font" Target="fonts/Corbel-bold.fntdata"/><Relationship Id="rId31" Type="http://schemas.openxmlformats.org/officeDocument/2006/relationships/slide" Target="slides/slide23.xml"/><Relationship Id="rId75" Type="http://schemas.openxmlformats.org/officeDocument/2006/relationships/font" Target="fonts/WorkSans-regular.fntdata"/><Relationship Id="rId30" Type="http://schemas.openxmlformats.org/officeDocument/2006/relationships/slide" Target="slides/slide22.xml"/><Relationship Id="rId74" Type="http://schemas.openxmlformats.org/officeDocument/2006/relationships/font" Target="fonts/Corbel-boldItalic.fntdata"/><Relationship Id="rId33" Type="http://schemas.openxmlformats.org/officeDocument/2006/relationships/slide" Target="slides/slide25.xml"/><Relationship Id="rId77" Type="http://schemas.openxmlformats.org/officeDocument/2006/relationships/font" Target="fonts/WorkSans-italic.fntdata"/><Relationship Id="rId32" Type="http://schemas.openxmlformats.org/officeDocument/2006/relationships/slide" Target="slides/slide24.xml"/><Relationship Id="rId76" Type="http://schemas.openxmlformats.org/officeDocument/2006/relationships/font" Target="fonts/WorkSans-bold.fntdata"/><Relationship Id="rId35" Type="http://schemas.openxmlformats.org/officeDocument/2006/relationships/slide" Target="slides/slide27.xml"/><Relationship Id="rId79" Type="http://schemas.openxmlformats.org/officeDocument/2006/relationships/font" Target="fonts/ArialBlack-regular.fntdata"/><Relationship Id="rId34" Type="http://schemas.openxmlformats.org/officeDocument/2006/relationships/slide" Target="slides/slide26.xml"/><Relationship Id="rId78" Type="http://schemas.openxmlformats.org/officeDocument/2006/relationships/font" Target="fonts/WorkSans-boldItalic.fntdata"/><Relationship Id="rId71" Type="http://schemas.openxmlformats.org/officeDocument/2006/relationships/font" Target="fonts/Corbel-regular.fntdata"/><Relationship Id="rId70" Type="http://schemas.openxmlformats.org/officeDocument/2006/relationships/font" Target="fonts/Montserrat-boldItalic.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font" Target="fonts/RobotoBlack-boldItalic.fntdata"/><Relationship Id="rId21" Type="http://schemas.openxmlformats.org/officeDocument/2006/relationships/slide" Target="slides/slide13.xml"/><Relationship Id="rId65" Type="http://schemas.openxmlformats.org/officeDocument/2006/relationships/font" Target="fonts/RobotoBlack-bold.fntdata"/><Relationship Id="rId24" Type="http://schemas.openxmlformats.org/officeDocument/2006/relationships/slide" Target="slides/slide16.xml"/><Relationship Id="rId68" Type="http://schemas.openxmlformats.org/officeDocument/2006/relationships/font" Target="fonts/Montserrat-bold.fntdata"/><Relationship Id="rId23" Type="http://schemas.openxmlformats.org/officeDocument/2006/relationships/slide" Target="slides/slide15.xml"/><Relationship Id="rId67" Type="http://schemas.openxmlformats.org/officeDocument/2006/relationships/font" Target="fonts/Montserrat-regular.fntdata"/><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Montserrat-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82f123228d_0_29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g382f123228d_0_2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4ad9768550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7" name="Google Shape;787;g34ad976855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8a7ea7c939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7" name="Google Shape;797;g38a7ea7c93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3f90b08858_0_97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g33f90b08858_0_9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82f123228d_0_2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g382f123228d_0_2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8" name="Google Shape;838;g382f123228d_0_2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8a7ea7c939_0_116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5" name="Google Shape;845;g38a7ea7c939_0_1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82f123228d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82f123228d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82f123228d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82f123228d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8a7ea7c939_0_29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7" name="Google Shape;867;g38a7ea7c939_0_29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8a7ea7c939_0_29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g38a7ea7c939_0_29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d12520ed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d12520ed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8a7ea7c939_0_29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7" name="Google Shape;897;g38a7ea7c939_0_29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4eb9d7859f_0_4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5" name="Google Shape;915;g34eb9d7859f_0_4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6" name="Google Shape;916;g34eb9d7859f_0_4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8a7ea7c939_0_17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g38a7ea7c939_0_17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8a7ea7c939_0_2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8a7ea7c939_0_2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8a7ea7c939_0_4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8a7ea7c939_0_4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82f123228d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382f123228d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8a7ea7c939_0_2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38a7ea7c939_0_2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82f123228d_0_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g382f123228d_0_2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g382f123228d_0_2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8a7ea7c939_0_30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8a7ea7c939_0_30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8a7ea7c939_0_4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8a7ea7c939_0_4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8a7ea7c939_0_35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2" name="Google Shape;982;g38a7ea7c939_0_35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8a7ea7c939_0_36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g38a7ea7c939_0_36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8a7ea7c939_0_36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4" name="Google Shape;1024;g38a7ea7c939_0_36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8a7ea7c939_0_36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38a7ea7c939_0_36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8a7ea7c939_0_48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4" name="Google Shape;1074;g38a7ea7c939_0_48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a202d74531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g3a202d74531_2_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a202d74531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g3a202d74531_2_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a202d74531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g3a202d74531_2_8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a202d74531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g3a202d74531_2_9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a202d74531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g3a202d74531_2_10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a202d74531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g3a202d74531_2_1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a202d74531_2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g3a202d74531_2_1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a202d74531_2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g3a202d74531_2_1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a202d74531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g3a202d74531_2_1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a202d74531_2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g3a202d74531_2_1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a202d74531_2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g3a202d74531_2_1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a202d74531_2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g3a202d74531_2_1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3a202d74531_2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g3a202d74531_2_15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3a202d74531_2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g3a202d74531_2_1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a202d74531_2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g3a202d74531_2_17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a202d74531_2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g3a202d74531_2_18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a202d74531_2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g3a202d74531_2_1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a202d74531_2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g3a202d74531_2_19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a202d74531_2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g3a202d74531_2_19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a202d74531_2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g3a202d74531_2_2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3a202d74531_2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g3a202d74531_2_2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a202d74531_2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g3a202d74531_2_2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a202d74531_2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g3a202d74531_2_2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3a202d74531_2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g3a202d74531_2_2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a202d74531_2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g3a202d74531_2_2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a202d74531_2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g3a202d74531_2_26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a202d74531_2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g3a202d74531_2_2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3a202d74531_2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g3a202d74531_2_27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a202d74531_2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g3a202d74531_2_2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3a202d74531_2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g3a202d74531_2_28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95" name="Shape 95"/>
        <p:cNvGrpSpPr/>
        <p:nvPr/>
      </p:nvGrpSpPr>
      <p:grpSpPr>
        <a:xfrm>
          <a:off x="0" y="0"/>
          <a:ext cx="0" cy="0"/>
          <a:chOff x="0" y="0"/>
          <a:chExt cx="0" cy="0"/>
        </a:xfrm>
      </p:grpSpPr>
      <p:sp>
        <p:nvSpPr>
          <p:cNvPr id="96" name="Google Shape;96;p25"/>
          <p:cNvSpPr txBox="1"/>
          <p:nvPr/>
        </p:nvSpPr>
        <p:spPr>
          <a:xfrm>
            <a:off x="7340645" y="4913946"/>
            <a:ext cx="1649700" cy="1122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None/>
            </a:pPr>
            <a:r>
              <a:rPr b="0" i="0" lang="en" sz="500" u="none" cap="none" strike="noStrike">
                <a:solidFill>
                  <a:schemeClr val="dk1"/>
                </a:solidFill>
                <a:latin typeface="Arial"/>
                <a:ea typeface="Arial"/>
                <a:cs typeface="Arial"/>
                <a:sym typeface="Arial"/>
              </a:rPr>
              <a:t>Q4 2024 BOARD OF DIRECTORS MEETING  |  </a:t>
            </a:r>
            <a:fld id="{00000000-1234-1234-1234-123412341234}" type="slidenum">
              <a:rPr b="0" i="0" lang="en" sz="500" u="none" cap="none" strike="noStrike">
                <a:solidFill>
                  <a:schemeClr val="dk1"/>
                </a:solidFill>
                <a:latin typeface="Arial"/>
                <a:ea typeface="Arial"/>
                <a:cs typeface="Arial"/>
                <a:sym typeface="Arial"/>
              </a:rPr>
              <a:t>‹#›</a:t>
            </a:fld>
            <a:endParaRPr b="0" i="0" sz="5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w/Large Image">
  <p:cSld name="1 Column w/Large Image">
    <p:spTree>
      <p:nvGrpSpPr>
        <p:cNvPr id="97" name="Shape 97"/>
        <p:cNvGrpSpPr/>
        <p:nvPr/>
      </p:nvGrpSpPr>
      <p:grpSpPr>
        <a:xfrm>
          <a:off x="0" y="0"/>
          <a:ext cx="0" cy="0"/>
          <a:chOff x="0" y="0"/>
          <a:chExt cx="0" cy="0"/>
        </a:xfrm>
      </p:grpSpPr>
      <p:sp>
        <p:nvSpPr>
          <p:cNvPr id="98" name="Google Shape;98;p26"/>
          <p:cNvSpPr txBox="1"/>
          <p:nvPr>
            <p:ph idx="12" type="sldNum"/>
          </p:nvPr>
        </p:nvSpPr>
        <p:spPr>
          <a:xfrm>
            <a:off x="6991350" y="4697730"/>
            <a:ext cx="1649700" cy="1539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99" name="Google Shape;99;p26"/>
          <p:cNvSpPr/>
          <p:nvPr>
            <p:ph idx="2" type="pic"/>
          </p:nvPr>
        </p:nvSpPr>
        <p:spPr>
          <a:xfrm>
            <a:off x="3154680" y="822960"/>
            <a:ext cx="5486400" cy="3602700"/>
          </a:xfrm>
          <a:prstGeom prst="rect">
            <a:avLst/>
          </a:prstGeom>
          <a:solidFill>
            <a:srgbClr val="F2F2F2"/>
          </a:solidFill>
          <a:ln>
            <a:noFill/>
          </a:ln>
        </p:spPr>
      </p:sp>
      <p:sp>
        <p:nvSpPr>
          <p:cNvPr id="100" name="Google Shape;100;p26"/>
          <p:cNvSpPr txBox="1"/>
          <p:nvPr>
            <p:ph idx="1" type="body"/>
          </p:nvPr>
        </p:nvSpPr>
        <p:spPr>
          <a:xfrm>
            <a:off x="274321" y="1200150"/>
            <a:ext cx="2606100" cy="3051900"/>
          </a:xfrm>
          <a:prstGeom prst="rect">
            <a:avLst/>
          </a:prstGeom>
          <a:noFill/>
          <a:ln>
            <a:noFill/>
          </a:ln>
        </p:spPr>
        <p:txBody>
          <a:bodyPr anchorCtr="0" anchor="t" bIns="0" lIns="0" spcFirstLastPara="1" rIns="0" wrap="square" tIns="0">
            <a:noAutofit/>
          </a:bodyPr>
          <a:lstStyle>
            <a:lvl1pPr indent="-298450" lvl="0" marL="457200" algn="l">
              <a:lnSpc>
                <a:spcPct val="110000"/>
              </a:lnSpc>
              <a:spcBef>
                <a:spcPts val="0"/>
              </a:spcBef>
              <a:spcAft>
                <a:spcPts val="0"/>
              </a:spcAft>
              <a:buClr>
                <a:schemeClr val="dk1"/>
              </a:buClr>
              <a:buSzPts val="1100"/>
              <a:buChar char="●"/>
              <a:defRPr sz="1100">
                <a:solidFill>
                  <a:schemeClr val="dk1"/>
                </a:solidFill>
              </a:defRPr>
            </a:lvl1pPr>
            <a:lvl2pPr indent="-298450" lvl="1" marL="914400" algn="l">
              <a:lnSpc>
                <a:spcPct val="110000"/>
              </a:lnSpc>
              <a:spcBef>
                <a:spcPts val="1200"/>
              </a:spcBef>
              <a:spcAft>
                <a:spcPts val="0"/>
              </a:spcAft>
              <a:buClr>
                <a:schemeClr val="dk1"/>
              </a:buClr>
              <a:buSzPts val="1100"/>
              <a:buChar char="○"/>
              <a:defRPr sz="1100">
                <a:solidFill>
                  <a:schemeClr val="dk1"/>
                </a:solidFill>
              </a:defRPr>
            </a:lvl2pPr>
            <a:lvl3pPr indent="-298450" lvl="2" marL="1371600" algn="l">
              <a:lnSpc>
                <a:spcPct val="110000"/>
              </a:lnSpc>
              <a:spcBef>
                <a:spcPts val="1200"/>
              </a:spcBef>
              <a:spcAft>
                <a:spcPts val="0"/>
              </a:spcAft>
              <a:buClr>
                <a:schemeClr val="dk1"/>
              </a:buClr>
              <a:buSzPts val="1100"/>
              <a:buChar char="■"/>
              <a:defRPr sz="1100">
                <a:solidFill>
                  <a:schemeClr val="dk1"/>
                </a:solidFill>
              </a:defRPr>
            </a:lvl3pPr>
            <a:lvl4pPr indent="-298450" lvl="3" marL="1828800" algn="l">
              <a:lnSpc>
                <a:spcPct val="110000"/>
              </a:lnSpc>
              <a:spcBef>
                <a:spcPts val="1200"/>
              </a:spcBef>
              <a:spcAft>
                <a:spcPts val="0"/>
              </a:spcAft>
              <a:buClr>
                <a:schemeClr val="dk1"/>
              </a:buClr>
              <a:buSzPts val="1100"/>
              <a:buChar char="●"/>
              <a:defRPr sz="1100">
                <a:solidFill>
                  <a:schemeClr val="dk1"/>
                </a:solidFill>
              </a:defRPr>
            </a:lvl4pPr>
            <a:lvl5pPr indent="-298450" lvl="4" marL="2286000" algn="l">
              <a:lnSpc>
                <a:spcPct val="110000"/>
              </a:lnSpc>
              <a:spcBef>
                <a:spcPts val="1200"/>
              </a:spcBef>
              <a:spcAft>
                <a:spcPts val="0"/>
              </a:spcAft>
              <a:buClr>
                <a:schemeClr val="dk1"/>
              </a:buClr>
              <a:buSzPts val="1100"/>
              <a:buChar char="○"/>
              <a:defRPr sz="1100">
                <a:solidFill>
                  <a:schemeClr val="dk1"/>
                </a:solidFill>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01" name="Google Shape;101;p26"/>
          <p:cNvSpPr txBox="1"/>
          <p:nvPr>
            <p:ph idx="3"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98450" lvl="0" marL="457200" algn="ctr">
              <a:lnSpc>
                <a:spcPct val="100000"/>
              </a:lnSpc>
              <a:spcBef>
                <a:spcPts val="0"/>
              </a:spcBef>
              <a:spcAft>
                <a:spcPts val="0"/>
              </a:spcAft>
              <a:buClr>
                <a:schemeClr val="lt1"/>
              </a:buClr>
              <a:buSzPts val="1100"/>
              <a:buChar char="●"/>
              <a:defRPr b="1" i="0">
                <a:solidFill>
                  <a:schemeClr val="lt1"/>
                </a:solidFill>
                <a:latin typeface="Century Gothic"/>
                <a:ea typeface="Century Gothic"/>
                <a:cs typeface="Century Gothic"/>
                <a:sym typeface="Century Gothic"/>
              </a:defRPr>
            </a:lvl1pPr>
            <a:lvl2pPr indent="-317500" lvl="1" marL="914400" algn="l">
              <a:lnSpc>
                <a:spcPct val="110000"/>
              </a:lnSpc>
              <a:spcBef>
                <a:spcPts val="1200"/>
              </a:spcBef>
              <a:spcAft>
                <a:spcPts val="0"/>
              </a:spcAft>
              <a:buClr>
                <a:schemeClr val="dk1"/>
              </a:buClr>
              <a:buSzPts val="1400"/>
              <a:buChar char="○"/>
              <a:defRPr/>
            </a:lvl2pPr>
            <a:lvl3pPr indent="-317500" lvl="2" marL="1371600" algn="l">
              <a:lnSpc>
                <a:spcPct val="110000"/>
              </a:lnSpc>
              <a:spcBef>
                <a:spcPts val="1200"/>
              </a:spcBef>
              <a:spcAft>
                <a:spcPts val="0"/>
              </a:spcAft>
              <a:buClr>
                <a:schemeClr val="dk1"/>
              </a:buClr>
              <a:buSzPts val="1400"/>
              <a:buChar char="■"/>
              <a:defRPr/>
            </a:lvl3pPr>
            <a:lvl4pPr indent="-317500" lvl="3" marL="1828800" algn="l">
              <a:lnSpc>
                <a:spcPct val="110000"/>
              </a:lnSpc>
              <a:spcBef>
                <a:spcPts val="1200"/>
              </a:spcBef>
              <a:spcAft>
                <a:spcPts val="0"/>
              </a:spcAft>
              <a:buClr>
                <a:schemeClr val="dk1"/>
              </a:buClr>
              <a:buSzPts val="1400"/>
              <a:buChar char="●"/>
              <a:defRPr/>
            </a:lvl4pPr>
            <a:lvl5pPr indent="-317500" lvl="4" marL="2286000" algn="l">
              <a:lnSpc>
                <a:spcPct val="11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02" name="Google Shape;102;p26"/>
          <p:cNvSpPr txBox="1"/>
          <p:nvPr>
            <p:ph idx="4"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85750" lvl="0" marL="457200" algn="l">
              <a:lnSpc>
                <a:spcPct val="110000"/>
              </a:lnSpc>
              <a:spcBef>
                <a:spcPts val="0"/>
              </a:spcBef>
              <a:spcAft>
                <a:spcPts val="0"/>
              </a:spcAft>
              <a:buClr>
                <a:schemeClr val="dk1"/>
              </a:buClr>
              <a:buSzPts val="900"/>
              <a:buChar char="●"/>
              <a:defRPr sz="900">
                <a:latin typeface="Arial Black"/>
                <a:ea typeface="Arial Black"/>
                <a:cs typeface="Arial Black"/>
                <a:sym typeface="Arial Black"/>
              </a:defRPr>
            </a:lvl1pPr>
            <a:lvl2pPr indent="-317500" lvl="1" marL="914400" algn="l">
              <a:lnSpc>
                <a:spcPct val="110000"/>
              </a:lnSpc>
              <a:spcBef>
                <a:spcPts val="1200"/>
              </a:spcBef>
              <a:spcAft>
                <a:spcPts val="0"/>
              </a:spcAft>
              <a:buClr>
                <a:schemeClr val="dk1"/>
              </a:buClr>
              <a:buSzPts val="1400"/>
              <a:buChar char="○"/>
              <a:defRPr/>
            </a:lvl2pPr>
            <a:lvl3pPr indent="-317500" lvl="2" marL="1371600" algn="l">
              <a:lnSpc>
                <a:spcPct val="110000"/>
              </a:lnSpc>
              <a:spcBef>
                <a:spcPts val="1200"/>
              </a:spcBef>
              <a:spcAft>
                <a:spcPts val="0"/>
              </a:spcAft>
              <a:buClr>
                <a:schemeClr val="dk1"/>
              </a:buClr>
              <a:buSzPts val="1400"/>
              <a:buChar char="■"/>
              <a:defRPr/>
            </a:lvl3pPr>
            <a:lvl4pPr indent="-317500" lvl="3" marL="1828800" algn="l">
              <a:lnSpc>
                <a:spcPct val="110000"/>
              </a:lnSpc>
              <a:spcBef>
                <a:spcPts val="1200"/>
              </a:spcBef>
              <a:spcAft>
                <a:spcPts val="0"/>
              </a:spcAft>
              <a:buClr>
                <a:schemeClr val="dk1"/>
              </a:buClr>
              <a:buSzPts val="1400"/>
              <a:buChar char="●"/>
              <a:defRPr/>
            </a:lvl4pPr>
            <a:lvl5pPr indent="-317500" lvl="4" marL="2286000" algn="l">
              <a:lnSpc>
                <a:spcPct val="11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p:cSld name="1_Section Header">
    <p:bg>
      <p:bgPr>
        <a:solidFill>
          <a:schemeClr val="dk1"/>
        </a:solidFill>
      </p:bgPr>
    </p:bg>
    <p:spTree>
      <p:nvGrpSpPr>
        <p:cNvPr id="103" name="Shape 103"/>
        <p:cNvGrpSpPr/>
        <p:nvPr/>
      </p:nvGrpSpPr>
      <p:grpSpPr>
        <a:xfrm>
          <a:off x="0" y="0"/>
          <a:ext cx="0" cy="0"/>
          <a:chOff x="0" y="0"/>
          <a:chExt cx="0" cy="0"/>
        </a:xfrm>
      </p:grpSpPr>
      <p:sp>
        <p:nvSpPr>
          <p:cNvPr id="104" name="Google Shape;104;p27"/>
          <p:cNvSpPr/>
          <p:nvPr/>
        </p:nvSpPr>
        <p:spPr>
          <a:xfrm>
            <a:off x="2857500" y="434607"/>
            <a:ext cx="3429000" cy="3429000"/>
          </a:xfrm>
          <a:prstGeom prst="ellipse">
            <a:avLst/>
          </a:prstGeom>
          <a:solidFill>
            <a:srgbClr val="136EF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sp>
        <p:nvSpPr>
          <p:cNvPr id="105" name="Google Shape;105;p27"/>
          <p:cNvSpPr txBox="1"/>
          <p:nvPr>
            <p:ph type="title"/>
          </p:nvPr>
        </p:nvSpPr>
        <p:spPr>
          <a:xfrm>
            <a:off x="3286125" y="3109227"/>
            <a:ext cx="2571900" cy="318600"/>
          </a:xfrm>
          <a:prstGeom prst="rect">
            <a:avLst/>
          </a:prstGeom>
          <a:noFill/>
          <a:ln>
            <a:noFill/>
          </a:ln>
        </p:spPr>
        <p:txBody>
          <a:bodyPr anchorCtr="0" anchor="t" bIns="34275" lIns="68575" spcFirstLastPara="1" rIns="68575" wrap="square" tIns="34275">
            <a:spAutoFit/>
          </a:bodyPr>
          <a:lstStyle>
            <a:lvl1pPr lvl="0" marR="0" algn="ctr">
              <a:lnSpc>
                <a:spcPct val="90000"/>
              </a:lnSpc>
              <a:spcBef>
                <a:spcPts val="0"/>
              </a:spcBef>
              <a:spcAft>
                <a:spcPts val="0"/>
              </a:spcAft>
              <a:buSzPts val="2800"/>
              <a:buNone/>
              <a:defRPr b="1" i="0" sz="1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SzPts val="28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8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8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8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8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8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8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800"/>
              <a:buNone/>
              <a:defRPr b="0" i="0" sz="1100" u="none" cap="none" strike="noStrike">
                <a:solidFill>
                  <a:srgbClr val="000000"/>
                </a:solidFill>
                <a:latin typeface="Arial"/>
                <a:ea typeface="Arial"/>
                <a:cs typeface="Arial"/>
                <a:sym typeface="Arial"/>
              </a:defRPr>
            </a:lvl9pPr>
          </a:lstStyle>
          <a:p/>
        </p:txBody>
      </p:sp>
      <p:sp>
        <p:nvSpPr>
          <p:cNvPr id="106" name="Google Shape;106;p27"/>
          <p:cNvSpPr txBox="1"/>
          <p:nvPr>
            <p:ph idx="1" type="body"/>
          </p:nvPr>
        </p:nvSpPr>
        <p:spPr>
          <a:xfrm>
            <a:off x="3284833" y="434607"/>
            <a:ext cx="2574300" cy="2571900"/>
          </a:xfrm>
          <a:prstGeom prst="rect">
            <a:avLst/>
          </a:prstGeom>
          <a:noFill/>
          <a:ln>
            <a:noFill/>
          </a:ln>
        </p:spPr>
        <p:txBody>
          <a:bodyPr anchorCtr="0" anchor="ctr" bIns="0" lIns="0" spcFirstLastPara="1" rIns="0" wrap="square" tIns="0">
            <a:spAutoFit/>
          </a:bodyPr>
          <a:lstStyle>
            <a:lvl1pPr indent="-298450" lvl="0" marL="457200" algn="ctr">
              <a:lnSpc>
                <a:spcPct val="100000"/>
              </a:lnSpc>
              <a:spcBef>
                <a:spcPts val="0"/>
              </a:spcBef>
              <a:spcAft>
                <a:spcPts val="0"/>
              </a:spcAft>
              <a:buSzPts val="1100"/>
              <a:buChar char="●"/>
              <a:defRPr b="1" i="0" sz="16900">
                <a:solidFill>
                  <a:schemeClr val="lt1"/>
                </a:solidFill>
                <a:latin typeface="Century Gothic"/>
                <a:ea typeface="Century Gothic"/>
                <a:cs typeface="Century Gothic"/>
                <a:sym typeface="Century Gothic"/>
              </a:defRPr>
            </a:lvl1pPr>
            <a:lvl2pPr indent="-298450" lvl="1" marL="914400" algn="l">
              <a:lnSpc>
                <a:spcPct val="110000"/>
              </a:lnSpc>
              <a:spcBef>
                <a:spcPts val="0"/>
              </a:spcBef>
              <a:spcAft>
                <a:spcPts val="0"/>
              </a:spcAft>
              <a:buSzPts val="1100"/>
              <a:buChar char="○"/>
              <a:defRPr/>
            </a:lvl2pPr>
            <a:lvl3pPr indent="-298450" lvl="2" marL="1371600" algn="l">
              <a:lnSpc>
                <a:spcPct val="110000"/>
              </a:lnSpc>
              <a:spcBef>
                <a:spcPts val="0"/>
              </a:spcBef>
              <a:spcAft>
                <a:spcPts val="0"/>
              </a:spcAft>
              <a:buSzPts val="1100"/>
              <a:buChar char="■"/>
              <a:defRPr/>
            </a:lvl3pPr>
            <a:lvl4pPr indent="-298450" lvl="3" marL="1828800" algn="l">
              <a:lnSpc>
                <a:spcPct val="110000"/>
              </a:lnSpc>
              <a:spcBef>
                <a:spcPts val="0"/>
              </a:spcBef>
              <a:spcAft>
                <a:spcPts val="0"/>
              </a:spcAft>
              <a:buSzPts val="1100"/>
              <a:buChar char="●"/>
              <a:defRPr/>
            </a:lvl4pPr>
            <a:lvl5pPr indent="-298450" lvl="4" marL="2286000" algn="l">
              <a:lnSpc>
                <a:spcPct val="110000"/>
              </a:lnSpc>
              <a:spcBef>
                <a:spcPts val="0"/>
              </a:spcBef>
              <a:spcAft>
                <a:spcPts val="0"/>
              </a:spcAft>
              <a:buSzPts val="1100"/>
              <a:buChar char="○"/>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7" name="Google Shape;107;p27"/>
          <p:cNvSpPr txBox="1"/>
          <p:nvPr>
            <p:ph idx="2" type="body"/>
          </p:nvPr>
        </p:nvSpPr>
        <p:spPr>
          <a:xfrm>
            <a:off x="3286125" y="2834907"/>
            <a:ext cx="2571900" cy="16170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100"/>
              <a:buNone/>
              <a:defRPr b="1" i="0" sz="1100">
                <a:solidFill>
                  <a:schemeClr val="lt1"/>
                </a:solidFill>
                <a:latin typeface="Arial"/>
                <a:ea typeface="Arial"/>
                <a:cs typeface="Arial"/>
                <a:sym typeface="Arial"/>
              </a:defRPr>
            </a:lvl1pPr>
            <a:lvl2pPr indent="-228600" lvl="1" marL="914400" algn="l">
              <a:lnSpc>
                <a:spcPct val="110000"/>
              </a:lnSpc>
              <a:spcBef>
                <a:spcPts val="0"/>
              </a:spcBef>
              <a:spcAft>
                <a:spcPts val="0"/>
              </a:spcAft>
              <a:buSzPts val="1100"/>
              <a:buNone/>
              <a:defRPr sz="1500">
                <a:solidFill>
                  <a:schemeClr val="lt1"/>
                </a:solidFill>
              </a:defRPr>
            </a:lvl2pPr>
            <a:lvl3pPr indent="-228600" lvl="2" marL="1371600" algn="l">
              <a:lnSpc>
                <a:spcPct val="110000"/>
              </a:lnSpc>
              <a:spcBef>
                <a:spcPts val="0"/>
              </a:spcBef>
              <a:spcAft>
                <a:spcPts val="0"/>
              </a:spcAft>
              <a:buSzPts val="1100"/>
              <a:buNone/>
              <a:defRPr sz="1400">
                <a:solidFill>
                  <a:schemeClr val="lt1"/>
                </a:solidFill>
              </a:defRPr>
            </a:lvl3pPr>
            <a:lvl4pPr indent="-228600" lvl="3" marL="1828800" algn="l">
              <a:lnSpc>
                <a:spcPct val="110000"/>
              </a:lnSpc>
              <a:spcBef>
                <a:spcPts val="0"/>
              </a:spcBef>
              <a:spcAft>
                <a:spcPts val="0"/>
              </a:spcAft>
              <a:buSzPts val="1100"/>
              <a:buNone/>
              <a:defRPr sz="1200">
                <a:solidFill>
                  <a:schemeClr val="lt1"/>
                </a:solidFill>
              </a:defRPr>
            </a:lvl4pPr>
            <a:lvl5pPr indent="-228600" lvl="4" marL="2286000" algn="l">
              <a:lnSpc>
                <a:spcPct val="110000"/>
              </a:lnSpc>
              <a:spcBef>
                <a:spcPts val="0"/>
              </a:spcBef>
              <a:spcAft>
                <a:spcPts val="0"/>
              </a:spcAft>
              <a:buSzPts val="1100"/>
              <a:buNone/>
              <a:defRPr sz="1200">
                <a:solidFill>
                  <a:schemeClr val="lt1"/>
                </a:solidFill>
              </a:defRPr>
            </a:lvl5pPr>
            <a:lvl6pPr indent="-228600" lvl="5" marL="2743200" algn="l">
              <a:lnSpc>
                <a:spcPct val="90000"/>
              </a:lnSpc>
              <a:spcBef>
                <a:spcPts val="400"/>
              </a:spcBef>
              <a:spcAft>
                <a:spcPts val="0"/>
              </a:spcAft>
              <a:buSzPts val="1400"/>
              <a:buNone/>
              <a:defRPr sz="1200">
                <a:solidFill>
                  <a:schemeClr val="lt1"/>
                </a:solidFill>
              </a:defRPr>
            </a:lvl6pPr>
            <a:lvl7pPr indent="-228600" lvl="6" marL="3200400" algn="l">
              <a:lnSpc>
                <a:spcPct val="90000"/>
              </a:lnSpc>
              <a:spcBef>
                <a:spcPts val="400"/>
              </a:spcBef>
              <a:spcAft>
                <a:spcPts val="0"/>
              </a:spcAft>
              <a:buSzPts val="1400"/>
              <a:buNone/>
              <a:defRPr sz="1200">
                <a:solidFill>
                  <a:schemeClr val="lt1"/>
                </a:solidFill>
              </a:defRPr>
            </a:lvl7pPr>
            <a:lvl8pPr indent="-228600" lvl="7" marL="3657600" algn="l">
              <a:lnSpc>
                <a:spcPct val="90000"/>
              </a:lnSpc>
              <a:spcBef>
                <a:spcPts val="400"/>
              </a:spcBef>
              <a:spcAft>
                <a:spcPts val="0"/>
              </a:spcAft>
              <a:buSzPts val="1400"/>
              <a:buNone/>
              <a:defRPr sz="1200">
                <a:solidFill>
                  <a:schemeClr val="lt1"/>
                </a:solidFill>
              </a:defRPr>
            </a:lvl8pPr>
            <a:lvl9pPr indent="-228600" lvl="8" marL="4114800" algn="l">
              <a:lnSpc>
                <a:spcPct val="90000"/>
              </a:lnSpc>
              <a:spcBef>
                <a:spcPts val="400"/>
              </a:spcBef>
              <a:spcAft>
                <a:spcPts val="0"/>
              </a:spcAft>
              <a:buSzPts val="1400"/>
              <a:buNone/>
              <a:defRPr sz="1200">
                <a:solidFill>
                  <a:schemeClr val="l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mages w/ Text">
  <p:cSld name="3 Images w/ Text">
    <p:spTree>
      <p:nvGrpSpPr>
        <p:cNvPr id="108" name="Shape 108"/>
        <p:cNvGrpSpPr/>
        <p:nvPr/>
      </p:nvGrpSpPr>
      <p:grpSpPr>
        <a:xfrm>
          <a:off x="0" y="0"/>
          <a:ext cx="0" cy="0"/>
          <a:chOff x="0" y="0"/>
          <a:chExt cx="0" cy="0"/>
        </a:xfrm>
      </p:grpSpPr>
      <p:sp>
        <p:nvSpPr>
          <p:cNvPr id="109" name="Google Shape;109;p28"/>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8"/>
          <p:cNvSpPr txBox="1"/>
          <p:nvPr>
            <p:ph idx="1" type="body"/>
          </p:nvPr>
        </p:nvSpPr>
        <p:spPr>
          <a:xfrm>
            <a:off x="271463"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28"/>
          <p:cNvSpPr txBox="1"/>
          <p:nvPr>
            <p:ph idx="2" type="body"/>
          </p:nvPr>
        </p:nvSpPr>
        <p:spPr>
          <a:xfrm>
            <a:off x="271463"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2" name="Google Shape;112;p28"/>
          <p:cNvSpPr/>
          <p:nvPr>
            <p:ph idx="3" type="pic"/>
          </p:nvPr>
        </p:nvSpPr>
        <p:spPr>
          <a:xfrm>
            <a:off x="271463" y="1200150"/>
            <a:ext cx="2606100" cy="1714500"/>
          </a:xfrm>
          <a:prstGeom prst="rect">
            <a:avLst/>
          </a:prstGeom>
          <a:solidFill>
            <a:srgbClr val="F2F2F2"/>
          </a:solidFill>
          <a:ln>
            <a:noFill/>
          </a:ln>
        </p:spPr>
      </p:sp>
      <p:sp>
        <p:nvSpPr>
          <p:cNvPr id="113" name="Google Shape;113;p28"/>
          <p:cNvSpPr txBox="1"/>
          <p:nvPr>
            <p:ph idx="4" type="body"/>
          </p:nvPr>
        </p:nvSpPr>
        <p:spPr>
          <a:xfrm>
            <a:off x="3152775"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4" name="Google Shape;114;p28"/>
          <p:cNvSpPr txBox="1"/>
          <p:nvPr>
            <p:ph idx="5" type="body"/>
          </p:nvPr>
        </p:nvSpPr>
        <p:spPr>
          <a:xfrm>
            <a:off x="3152775"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5" name="Google Shape;115;p28"/>
          <p:cNvSpPr/>
          <p:nvPr>
            <p:ph idx="6" type="pic"/>
          </p:nvPr>
        </p:nvSpPr>
        <p:spPr>
          <a:xfrm>
            <a:off x="3152775" y="1200150"/>
            <a:ext cx="2606100" cy="1714500"/>
          </a:xfrm>
          <a:prstGeom prst="rect">
            <a:avLst/>
          </a:prstGeom>
          <a:solidFill>
            <a:srgbClr val="F2F2F2"/>
          </a:solidFill>
          <a:ln>
            <a:noFill/>
          </a:ln>
        </p:spPr>
      </p:sp>
      <p:sp>
        <p:nvSpPr>
          <p:cNvPr id="116" name="Google Shape;116;p28"/>
          <p:cNvSpPr txBox="1"/>
          <p:nvPr>
            <p:ph idx="7" type="body"/>
          </p:nvPr>
        </p:nvSpPr>
        <p:spPr>
          <a:xfrm>
            <a:off x="6034088"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7" name="Google Shape;117;p28"/>
          <p:cNvSpPr txBox="1"/>
          <p:nvPr>
            <p:ph idx="8" type="body"/>
          </p:nvPr>
        </p:nvSpPr>
        <p:spPr>
          <a:xfrm>
            <a:off x="6034088"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8" name="Google Shape;118;p28"/>
          <p:cNvSpPr/>
          <p:nvPr>
            <p:ph idx="9" type="pic"/>
          </p:nvPr>
        </p:nvSpPr>
        <p:spPr>
          <a:xfrm>
            <a:off x="6034088" y="1200150"/>
            <a:ext cx="2606100" cy="1714500"/>
          </a:xfrm>
          <a:prstGeom prst="rect">
            <a:avLst/>
          </a:prstGeom>
          <a:solidFill>
            <a:srgbClr val="F2F2F2"/>
          </a:solidFill>
          <a:ln>
            <a:noFill/>
          </a:ln>
        </p:spPr>
      </p:sp>
      <p:sp>
        <p:nvSpPr>
          <p:cNvPr id="119" name="Google Shape;119;p28"/>
          <p:cNvSpPr txBox="1"/>
          <p:nvPr>
            <p:ph idx="13"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0" name="Google Shape;120;p28"/>
          <p:cNvSpPr txBox="1"/>
          <p:nvPr>
            <p:ph idx="14"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121" name="Shape 121"/>
        <p:cNvGrpSpPr/>
        <p:nvPr/>
      </p:nvGrpSpPr>
      <p:grpSpPr>
        <a:xfrm>
          <a:off x="0" y="0"/>
          <a:ext cx="0" cy="0"/>
          <a:chOff x="0" y="0"/>
          <a:chExt cx="0" cy="0"/>
        </a:xfrm>
      </p:grpSpPr>
      <p:sp>
        <p:nvSpPr>
          <p:cNvPr id="122" name="Google Shape;122;p29"/>
          <p:cNvSpPr txBox="1"/>
          <p:nvPr>
            <p:ph type="title"/>
          </p:nvPr>
        </p:nvSpPr>
        <p:spPr>
          <a:xfrm>
            <a:off x="311700" y="445025"/>
            <a:ext cx="8520600" cy="572700"/>
          </a:xfrm>
          <a:prstGeom prst="rect">
            <a:avLst/>
          </a:prstGeom>
        </p:spPr>
        <p:txBody>
          <a:bodyPr anchorCtr="0" anchor="t" bIns="68575" lIns="68575" spcFirstLastPara="1" rIns="68575" wrap="square" tIns="68575">
            <a:normAutofit/>
          </a:bodyPr>
          <a:lstStyle>
            <a:lvl1pPr lvl="0">
              <a:spcBef>
                <a:spcPts val="0"/>
              </a:spcBef>
              <a:spcAft>
                <a:spcPts val="0"/>
              </a:spcAft>
              <a:buSzPts val="1100"/>
              <a:buNone/>
              <a:defRPr sz="11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123" name="Google Shape;123;p29"/>
          <p:cNvSpPr txBox="1"/>
          <p:nvPr>
            <p:ph idx="1" type="body"/>
          </p:nvPr>
        </p:nvSpPr>
        <p:spPr>
          <a:xfrm>
            <a:off x="311700" y="1152475"/>
            <a:ext cx="8520600" cy="3416400"/>
          </a:xfrm>
          <a:prstGeom prst="rect">
            <a:avLst/>
          </a:prstGeom>
        </p:spPr>
        <p:txBody>
          <a:bodyPr anchorCtr="0" anchor="t" bIns="68575" lIns="68575" spcFirstLastPara="1" rIns="68575" wrap="square" tIns="68575">
            <a:norm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24" name="Google Shape;124;p29"/>
          <p:cNvSpPr txBox="1"/>
          <p:nvPr>
            <p:ph idx="12" type="sldNum"/>
          </p:nvPr>
        </p:nvSpPr>
        <p:spPr>
          <a:xfrm>
            <a:off x="8472458" y="4663217"/>
            <a:ext cx="548700" cy="115500"/>
          </a:xfrm>
          <a:prstGeom prst="rect">
            <a:avLst/>
          </a:prstGeom>
        </p:spPr>
        <p:txBody>
          <a:bodyPr anchorCtr="0" anchor="ctr" bIns="68575" lIns="68575" spcFirstLastPara="1" rIns="68575" wrap="square" tIns="68575">
            <a:normAutofit fontScale="25000" lnSpcReduction="20000"/>
          </a:bodyPr>
          <a:lstStyle>
            <a:lvl1pPr lvl="0">
              <a:buNone/>
              <a:defRPr sz="1100"/>
            </a:lvl1pPr>
            <a:lvl2pPr lvl="1">
              <a:buNone/>
              <a:defRPr sz="1100"/>
            </a:lvl2pPr>
            <a:lvl3pPr lvl="2">
              <a:buNone/>
              <a:defRPr sz="1100"/>
            </a:lvl3pPr>
            <a:lvl4pPr lvl="3">
              <a:buNone/>
              <a:defRPr sz="1100"/>
            </a:lvl4pPr>
            <a:lvl5pPr lvl="4">
              <a:buNone/>
              <a:defRPr sz="1100"/>
            </a:lvl5pPr>
            <a:lvl6pPr lvl="5">
              <a:buNone/>
              <a:defRPr sz="1100"/>
            </a:lvl6pPr>
            <a:lvl7pPr lvl="6">
              <a:buNone/>
              <a:defRPr sz="1100"/>
            </a:lvl7pPr>
            <a:lvl8pPr lvl="7">
              <a:buNone/>
              <a:defRPr sz="1100"/>
            </a:lvl8pPr>
            <a:lvl9pPr lvl="8">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p:cSld name="Title and Content_2">
    <p:spTree>
      <p:nvGrpSpPr>
        <p:cNvPr id="125" name="Shape 125"/>
        <p:cNvGrpSpPr/>
        <p:nvPr/>
      </p:nvGrpSpPr>
      <p:grpSpPr>
        <a:xfrm>
          <a:off x="0" y="0"/>
          <a:ext cx="0" cy="0"/>
          <a:chOff x="0" y="0"/>
          <a:chExt cx="0" cy="0"/>
        </a:xfrm>
      </p:grpSpPr>
      <p:sp>
        <p:nvSpPr>
          <p:cNvPr id="126" name="Google Shape;126;p30"/>
          <p:cNvSpPr txBox="1"/>
          <p:nvPr>
            <p:ph idx="12" type="sldNum"/>
          </p:nvPr>
        </p:nvSpPr>
        <p:spPr>
          <a:xfrm>
            <a:off x="6991350" y="4697730"/>
            <a:ext cx="1649700" cy="1539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127" name="Google Shape;127;p30"/>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98450" lvl="0" marL="457200" algn="l">
              <a:lnSpc>
                <a:spcPct val="110000"/>
              </a:lnSpc>
              <a:spcBef>
                <a:spcPts val="0"/>
              </a:spcBef>
              <a:spcAft>
                <a:spcPts val="0"/>
              </a:spcAft>
              <a:buClr>
                <a:schemeClr val="dk1"/>
              </a:buClr>
              <a:buSzPts val="1100"/>
              <a:buChar char="●"/>
              <a:defRPr sz="1100">
                <a:solidFill>
                  <a:schemeClr val="dk1"/>
                </a:solidFill>
              </a:defRPr>
            </a:lvl1pPr>
            <a:lvl2pPr indent="-298450" lvl="1" marL="914400" algn="l">
              <a:lnSpc>
                <a:spcPct val="110000"/>
              </a:lnSpc>
              <a:spcBef>
                <a:spcPts val="1200"/>
              </a:spcBef>
              <a:spcAft>
                <a:spcPts val="0"/>
              </a:spcAft>
              <a:buClr>
                <a:schemeClr val="dk1"/>
              </a:buClr>
              <a:buSzPts val="1100"/>
              <a:buChar char="○"/>
              <a:defRPr sz="1100">
                <a:solidFill>
                  <a:schemeClr val="dk1"/>
                </a:solidFill>
              </a:defRPr>
            </a:lvl2pPr>
            <a:lvl3pPr indent="-298450" lvl="2" marL="1371600" algn="l">
              <a:lnSpc>
                <a:spcPct val="110000"/>
              </a:lnSpc>
              <a:spcBef>
                <a:spcPts val="1200"/>
              </a:spcBef>
              <a:spcAft>
                <a:spcPts val="0"/>
              </a:spcAft>
              <a:buClr>
                <a:schemeClr val="dk1"/>
              </a:buClr>
              <a:buSzPts val="1100"/>
              <a:buChar char="■"/>
              <a:defRPr sz="1100">
                <a:solidFill>
                  <a:schemeClr val="dk1"/>
                </a:solidFill>
              </a:defRPr>
            </a:lvl3pPr>
            <a:lvl4pPr indent="-298450" lvl="3" marL="1828800" algn="l">
              <a:lnSpc>
                <a:spcPct val="110000"/>
              </a:lnSpc>
              <a:spcBef>
                <a:spcPts val="1200"/>
              </a:spcBef>
              <a:spcAft>
                <a:spcPts val="0"/>
              </a:spcAft>
              <a:buClr>
                <a:schemeClr val="dk1"/>
              </a:buClr>
              <a:buSzPts val="1100"/>
              <a:buChar char="●"/>
              <a:defRPr sz="1100">
                <a:solidFill>
                  <a:schemeClr val="dk1"/>
                </a:solidFill>
              </a:defRPr>
            </a:lvl4pPr>
            <a:lvl5pPr indent="-298450" lvl="4" marL="2286000" algn="l">
              <a:lnSpc>
                <a:spcPct val="110000"/>
              </a:lnSpc>
              <a:spcBef>
                <a:spcPts val="1200"/>
              </a:spcBef>
              <a:spcAft>
                <a:spcPts val="0"/>
              </a:spcAft>
              <a:buClr>
                <a:schemeClr val="dk1"/>
              </a:buClr>
              <a:buSzPts val="1100"/>
              <a:buChar char="○"/>
              <a:defRPr sz="1100">
                <a:solidFill>
                  <a:schemeClr val="dk1"/>
                </a:solidFill>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28" name="Google Shape;128;p30"/>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98450" lvl="0" marL="457200" algn="ctr">
              <a:lnSpc>
                <a:spcPct val="100000"/>
              </a:lnSpc>
              <a:spcBef>
                <a:spcPts val="0"/>
              </a:spcBef>
              <a:spcAft>
                <a:spcPts val="0"/>
              </a:spcAft>
              <a:buClr>
                <a:schemeClr val="lt1"/>
              </a:buClr>
              <a:buSzPts val="1100"/>
              <a:buChar char="●"/>
              <a:defRPr b="1" i="0">
                <a:solidFill>
                  <a:schemeClr val="lt1"/>
                </a:solidFill>
                <a:latin typeface="Century Gothic"/>
                <a:ea typeface="Century Gothic"/>
                <a:cs typeface="Century Gothic"/>
                <a:sym typeface="Century Gothic"/>
              </a:defRPr>
            </a:lvl1pPr>
            <a:lvl2pPr indent="-317500" lvl="1" marL="914400" algn="l">
              <a:lnSpc>
                <a:spcPct val="110000"/>
              </a:lnSpc>
              <a:spcBef>
                <a:spcPts val="1200"/>
              </a:spcBef>
              <a:spcAft>
                <a:spcPts val="0"/>
              </a:spcAft>
              <a:buClr>
                <a:schemeClr val="dk1"/>
              </a:buClr>
              <a:buSzPts val="1400"/>
              <a:buChar char="○"/>
              <a:defRPr/>
            </a:lvl2pPr>
            <a:lvl3pPr indent="-317500" lvl="2" marL="1371600" algn="l">
              <a:lnSpc>
                <a:spcPct val="110000"/>
              </a:lnSpc>
              <a:spcBef>
                <a:spcPts val="1200"/>
              </a:spcBef>
              <a:spcAft>
                <a:spcPts val="0"/>
              </a:spcAft>
              <a:buClr>
                <a:schemeClr val="dk1"/>
              </a:buClr>
              <a:buSzPts val="1400"/>
              <a:buChar char="■"/>
              <a:defRPr/>
            </a:lvl3pPr>
            <a:lvl4pPr indent="-317500" lvl="3" marL="1828800" algn="l">
              <a:lnSpc>
                <a:spcPct val="110000"/>
              </a:lnSpc>
              <a:spcBef>
                <a:spcPts val="1200"/>
              </a:spcBef>
              <a:spcAft>
                <a:spcPts val="0"/>
              </a:spcAft>
              <a:buClr>
                <a:schemeClr val="dk1"/>
              </a:buClr>
              <a:buSzPts val="1400"/>
              <a:buChar char="●"/>
              <a:defRPr/>
            </a:lvl4pPr>
            <a:lvl5pPr indent="-317500" lvl="4" marL="2286000" algn="l">
              <a:lnSpc>
                <a:spcPct val="11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29" name="Google Shape;129;p30"/>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30" name="Google Shape;130;p30"/>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85750" lvl="0" marL="457200" algn="l">
              <a:lnSpc>
                <a:spcPct val="110000"/>
              </a:lnSpc>
              <a:spcBef>
                <a:spcPts val="0"/>
              </a:spcBef>
              <a:spcAft>
                <a:spcPts val="0"/>
              </a:spcAft>
              <a:buClr>
                <a:schemeClr val="dk1"/>
              </a:buClr>
              <a:buSzPts val="900"/>
              <a:buChar char="●"/>
              <a:defRPr sz="900">
                <a:latin typeface="Arial Black"/>
                <a:ea typeface="Arial Black"/>
                <a:cs typeface="Arial Black"/>
                <a:sym typeface="Arial Black"/>
              </a:defRPr>
            </a:lvl1pPr>
            <a:lvl2pPr indent="-317500" lvl="1" marL="914400" algn="l">
              <a:lnSpc>
                <a:spcPct val="110000"/>
              </a:lnSpc>
              <a:spcBef>
                <a:spcPts val="1200"/>
              </a:spcBef>
              <a:spcAft>
                <a:spcPts val="0"/>
              </a:spcAft>
              <a:buClr>
                <a:schemeClr val="dk1"/>
              </a:buClr>
              <a:buSzPts val="1400"/>
              <a:buChar char="○"/>
              <a:defRPr/>
            </a:lvl2pPr>
            <a:lvl3pPr indent="-317500" lvl="2" marL="1371600" algn="l">
              <a:lnSpc>
                <a:spcPct val="110000"/>
              </a:lnSpc>
              <a:spcBef>
                <a:spcPts val="1200"/>
              </a:spcBef>
              <a:spcAft>
                <a:spcPts val="0"/>
              </a:spcAft>
              <a:buClr>
                <a:schemeClr val="dk1"/>
              </a:buClr>
              <a:buSzPts val="1400"/>
              <a:buChar char="■"/>
              <a:defRPr/>
            </a:lvl3pPr>
            <a:lvl4pPr indent="-317500" lvl="3" marL="1828800" algn="l">
              <a:lnSpc>
                <a:spcPct val="110000"/>
              </a:lnSpc>
              <a:spcBef>
                <a:spcPts val="1200"/>
              </a:spcBef>
              <a:spcAft>
                <a:spcPts val="0"/>
              </a:spcAft>
              <a:buClr>
                <a:schemeClr val="dk1"/>
              </a:buClr>
              <a:buSzPts val="1400"/>
              <a:buChar char="●"/>
              <a:defRPr/>
            </a:lvl4pPr>
            <a:lvl5pPr indent="-317500" lvl="4" marL="2286000" algn="l">
              <a:lnSpc>
                <a:spcPct val="11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36" name="Shape 136"/>
        <p:cNvGrpSpPr/>
        <p:nvPr/>
      </p:nvGrpSpPr>
      <p:grpSpPr>
        <a:xfrm>
          <a:off x="0" y="0"/>
          <a:ext cx="0" cy="0"/>
          <a:chOff x="0" y="0"/>
          <a:chExt cx="0" cy="0"/>
        </a:xfrm>
      </p:grpSpPr>
      <p:sp>
        <p:nvSpPr>
          <p:cNvPr id="137" name="Google Shape;137;p32"/>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138" name="Google Shape;138;p32"/>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9" name="Google Shape;139;p32"/>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0" name="Google Shape;140;p32"/>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41" name="Google Shape;141;p32"/>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1_Two Content">
    <p:spTree>
      <p:nvGrpSpPr>
        <p:cNvPr id="142" name="Shape 142"/>
        <p:cNvGrpSpPr/>
        <p:nvPr/>
      </p:nvGrpSpPr>
      <p:grpSpPr>
        <a:xfrm>
          <a:off x="0" y="0"/>
          <a:ext cx="0" cy="0"/>
          <a:chOff x="0" y="0"/>
          <a:chExt cx="0" cy="0"/>
        </a:xfrm>
      </p:grpSpPr>
      <p:sp>
        <p:nvSpPr>
          <p:cNvPr id="143" name="Google Shape;143;p33"/>
          <p:cNvSpPr txBox="1"/>
          <p:nvPr>
            <p:ph idx="1" type="body"/>
          </p:nvPr>
        </p:nvSpPr>
        <p:spPr>
          <a:xfrm>
            <a:off x="1234439" y="1440180"/>
            <a:ext cx="35664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4" name="Google Shape;144;p33"/>
          <p:cNvSpPr txBox="1"/>
          <p:nvPr>
            <p:ph idx="2" type="body"/>
          </p:nvPr>
        </p:nvSpPr>
        <p:spPr>
          <a:xfrm>
            <a:off x="5073254" y="1440180"/>
            <a:ext cx="35679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5" name="Google Shape;145;p33"/>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3"/>
          <p:cNvSpPr txBox="1"/>
          <p:nvPr>
            <p:ph idx="3" type="body"/>
          </p:nvPr>
        </p:nvSpPr>
        <p:spPr>
          <a:xfrm>
            <a:off x="5074920" y="1200150"/>
            <a:ext cx="356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7" name="Google Shape;147;p33"/>
          <p:cNvSpPr txBox="1"/>
          <p:nvPr>
            <p:ph idx="4" type="body"/>
          </p:nvPr>
        </p:nvSpPr>
        <p:spPr>
          <a:xfrm>
            <a:off x="1235869" y="1200150"/>
            <a:ext cx="35646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8" name="Google Shape;148;p33"/>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marR="0" algn="ctr">
              <a:lnSpc>
                <a:spcPct val="100000"/>
              </a:lnSpc>
              <a:spcBef>
                <a:spcPts val="0"/>
              </a:spcBef>
              <a:spcAft>
                <a:spcPts val="0"/>
              </a:spcAft>
              <a:buClr>
                <a:schemeClr val="lt1"/>
              </a:buClr>
              <a:buSzPts val="1100"/>
              <a:buFont typeface="Arial"/>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33"/>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2">
    <p:spTree>
      <p:nvGrpSpPr>
        <p:cNvPr id="150" name="Shape 150"/>
        <p:cNvGrpSpPr/>
        <p:nvPr/>
      </p:nvGrpSpPr>
      <p:grpSpPr>
        <a:xfrm>
          <a:off x="0" y="0"/>
          <a:ext cx="0" cy="0"/>
          <a:chOff x="0" y="0"/>
          <a:chExt cx="0" cy="0"/>
        </a:xfrm>
      </p:grpSpPr>
      <p:sp>
        <p:nvSpPr>
          <p:cNvPr id="151" name="Google Shape;151;p34"/>
          <p:cNvSpPr txBox="1"/>
          <p:nvPr>
            <p:ph idx="1" type="body"/>
          </p:nvPr>
        </p:nvSpPr>
        <p:spPr>
          <a:xfrm>
            <a:off x="1234439" y="1440180"/>
            <a:ext cx="35664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34"/>
          <p:cNvSpPr txBox="1"/>
          <p:nvPr>
            <p:ph idx="2" type="body"/>
          </p:nvPr>
        </p:nvSpPr>
        <p:spPr>
          <a:xfrm>
            <a:off x="5073254" y="1440180"/>
            <a:ext cx="35679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3" name="Google Shape;153;p34"/>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34"/>
          <p:cNvSpPr txBox="1"/>
          <p:nvPr>
            <p:ph idx="3" type="body"/>
          </p:nvPr>
        </p:nvSpPr>
        <p:spPr>
          <a:xfrm>
            <a:off x="5074920" y="1200150"/>
            <a:ext cx="356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5" name="Google Shape;155;p34"/>
          <p:cNvSpPr txBox="1"/>
          <p:nvPr>
            <p:ph idx="4" type="body"/>
          </p:nvPr>
        </p:nvSpPr>
        <p:spPr>
          <a:xfrm>
            <a:off x="1235869" y="1200150"/>
            <a:ext cx="35646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6" name="Google Shape;156;p34"/>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marR="0" algn="ctr">
              <a:lnSpc>
                <a:spcPct val="100000"/>
              </a:lnSpc>
              <a:spcBef>
                <a:spcPts val="0"/>
              </a:spcBef>
              <a:spcAft>
                <a:spcPts val="0"/>
              </a:spcAft>
              <a:buClr>
                <a:schemeClr val="lt1"/>
              </a:buClr>
              <a:buSzPts val="1100"/>
              <a:buFont typeface="Arial"/>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7" name="Google Shape;157;p34"/>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w/ Header and Footer">
  <p:cSld name="1_Blank w/ Header and Footer">
    <p:spTree>
      <p:nvGrpSpPr>
        <p:cNvPr id="158" name="Shape 158"/>
        <p:cNvGrpSpPr/>
        <p:nvPr/>
      </p:nvGrpSpPr>
      <p:grpSpPr>
        <a:xfrm>
          <a:off x="0" y="0"/>
          <a:ext cx="0" cy="0"/>
          <a:chOff x="0" y="0"/>
          <a:chExt cx="0" cy="0"/>
        </a:xfrm>
      </p:grpSpPr>
      <p:sp>
        <p:nvSpPr>
          <p:cNvPr id="159" name="Google Shape;159;p35"/>
          <p:cNvSpPr/>
          <p:nvPr/>
        </p:nvSpPr>
        <p:spPr>
          <a:xfrm>
            <a:off x="0" y="0"/>
            <a:ext cx="9144000" cy="8436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chemeClr val="lt1"/>
              </a:solidFill>
              <a:latin typeface="Calibri"/>
              <a:ea typeface="Calibri"/>
              <a:cs typeface="Calibri"/>
              <a:sym typeface="Calibri"/>
            </a:endParaRPr>
          </a:p>
        </p:txBody>
      </p:sp>
      <p:sp>
        <p:nvSpPr>
          <p:cNvPr id="160" name="Google Shape;160;p35"/>
          <p:cNvSpPr txBox="1"/>
          <p:nvPr>
            <p:ph idx="12" type="sldNum"/>
          </p:nvPr>
        </p:nvSpPr>
        <p:spPr>
          <a:xfrm>
            <a:off x="7240732" y="4864208"/>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1" name="Shape 161"/>
        <p:cNvGrpSpPr/>
        <p:nvPr/>
      </p:nvGrpSpPr>
      <p:grpSpPr>
        <a:xfrm>
          <a:off x="0" y="0"/>
          <a:ext cx="0" cy="0"/>
          <a:chOff x="0" y="0"/>
          <a:chExt cx="0" cy="0"/>
        </a:xfrm>
      </p:grpSpPr>
      <p:sp>
        <p:nvSpPr>
          <p:cNvPr id="162" name="Google Shape;162;p36"/>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163" name="Google Shape;163;p36"/>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4" name="Google Shape;164;p36"/>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65" name="Google Shape;165;p36"/>
          <p:cNvSpPr txBox="1"/>
          <p:nvPr>
            <p:ph idx="2"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
    <p:spTree>
      <p:nvGrpSpPr>
        <p:cNvPr id="166" name="Shape 166"/>
        <p:cNvGrpSpPr/>
        <p:nvPr/>
      </p:nvGrpSpPr>
      <p:grpSpPr>
        <a:xfrm>
          <a:off x="0" y="0"/>
          <a:ext cx="0" cy="0"/>
          <a:chOff x="0" y="0"/>
          <a:chExt cx="0" cy="0"/>
        </a:xfrm>
      </p:grpSpPr>
      <p:sp>
        <p:nvSpPr>
          <p:cNvPr id="167" name="Google Shape;167;p37"/>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68" name="Google Shape;168;p37"/>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9" name="Google Shape;169;p37"/>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70" name="Google Shape;170;p37"/>
          <p:cNvSpPr txBox="1"/>
          <p:nvPr>
            <p:ph idx="2"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2_Title and Content">
    <p:spTree>
      <p:nvGrpSpPr>
        <p:cNvPr id="171" name="Shape 171"/>
        <p:cNvGrpSpPr/>
        <p:nvPr/>
      </p:nvGrpSpPr>
      <p:grpSpPr>
        <a:xfrm>
          <a:off x="0" y="0"/>
          <a:ext cx="0" cy="0"/>
          <a:chOff x="0" y="0"/>
          <a:chExt cx="0" cy="0"/>
        </a:xfrm>
      </p:grpSpPr>
      <p:sp>
        <p:nvSpPr>
          <p:cNvPr id="172" name="Google Shape;172;p38"/>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73" name="Google Shape;173;p38"/>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4" name="Google Shape;174;p38"/>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5" name="Google Shape;175;p38"/>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76" name="Google Shape;176;p38"/>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dk1"/>
        </a:solidFill>
      </p:bgPr>
    </p:bg>
    <p:spTree>
      <p:nvGrpSpPr>
        <p:cNvPr id="177" name="Shape 177"/>
        <p:cNvGrpSpPr/>
        <p:nvPr/>
      </p:nvGrpSpPr>
      <p:grpSpPr>
        <a:xfrm>
          <a:off x="0" y="0"/>
          <a:ext cx="0" cy="0"/>
          <a:chOff x="0" y="0"/>
          <a:chExt cx="0" cy="0"/>
        </a:xfrm>
      </p:grpSpPr>
      <p:sp>
        <p:nvSpPr>
          <p:cNvPr id="178" name="Google Shape;178;p39"/>
          <p:cNvSpPr txBox="1"/>
          <p:nvPr>
            <p:ph type="ctrTitle"/>
          </p:nvPr>
        </p:nvSpPr>
        <p:spPr>
          <a:xfrm>
            <a:off x="271463" y="3326130"/>
            <a:ext cx="8367000" cy="1617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chemeClr val="lt1"/>
              </a:buClr>
              <a:buSzPts val="1100"/>
              <a:buFont typeface="Arial Black"/>
              <a:buNone/>
              <a:defRPr b="1" i="0" sz="1100" u="none" cap="none" strike="noStrike">
                <a:solidFill>
                  <a:schemeClr val="lt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grpSp>
        <p:nvGrpSpPr>
          <p:cNvPr id="179" name="Google Shape;179;p39"/>
          <p:cNvGrpSpPr/>
          <p:nvPr/>
        </p:nvGrpSpPr>
        <p:grpSpPr>
          <a:xfrm>
            <a:off x="2298742" y="1885937"/>
            <a:ext cx="4546662" cy="948563"/>
            <a:chOff x="3053880" y="-747226"/>
            <a:chExt cx="2236320" cy="466560"/>
          </a:xfrm>
        </p:grpSpPr>
        <p:grpSp>
          <p:nvGrpSpPr>
            <p:cNvPr id="180" name="Google Shape;180;p39"/>
            <p:cNvGrpSpPr/>
            <p:nvPr/>
          </p:nvGrpSpPr>
          <p:grpSpPr>
            <a:xfrm>
              <a:off x="3053880" y="-693226"/>
              <a:ext cx="2057400" cy="357840"/>
              <a:chOff x="3053880" y="1784160"/>
              <a:chExt cx="2057400" cy="357840"/>
            </a:xfrm>
          </p:grpSpPr>
          <p:sp>
            <p:nvSpPr>
              <p:cNvPr id="181" name="Google Shape;181;p39"/>
              <p:cNvSpPr/>
              <p:nvPr/>
            </p:nvSpPr>
            <p:spPr>
              <a:xfrm>
                <a:off x="4463280" y="1784880"/>
                <a:ext cx="249481" cy="357120"/>
              </a:xfrm>
              <a:custGeom>
                <a:rect b="b" l="l" r="r" t="t"/>
                <a:pathLst>
                  <a:path extrusionOk="0" h="993" w="694">
                    <a:moveTo>
                      <a:pt x="31" y="0"/>
                    </a:moveTo>
                    <a:cubicBezTo>
                      <a:pt x="12" y="0"/>
                      <a:pt x="0" y="11"/>
                      <a:pt x="0" y="30"/>
                    </a:cubicBezTo>
                    <a:lnTo>
                      <a:pt x="0" y="80"/>
                    </a:lnTo>
                    <a:cubicBezTo>
                      <a:pt x="0" y="99"/>
                      <a:pt x="12" y="111"/>
                      <a:pt x="31" y="111"/>
                    </a:cubicBezTo>
                    <a:lnTo>
                      <a:pt x="289" y="111"/>
                    </a:lnTo>
                    <a:lnTo>
                      <a:pt x="289" y="964"/>
                    </a:lnTo>
                    <a:cubicBezTo>
                      <a:pt x="289" y="982"/>
                      <a:pt x="300" y="993"/>
                      <a:pt x="319" y="993"/>
                    </a:cubicBezTo>
                    <a:lnTo>
                      <a:pt x="376" y="993"/>
                    </a:lnTo>
                    <a:cubicBezTo>
                      <a:pt x="393" y="993"/>
                      <a:pt x="405" y="982"/>
                      <a:pt x="405" y="964"/>
                    </a:cubicBezTo>
                    <a:lnTo>
                      <a:pt x="405" y="111"/>
                    </a:lnTo>
                    <a:lnTo>
                      <a:pt x="664" y="111"/>
                    </a:lnTo>
                    <a:cubicBezTo>
                      <a:pt x="682" y="111"/>
                      <a:pt x="694" y="99"/>
                      <a:pt x="694" y="80"/>
                    </a:cubicBezTo>
                    <a:lnTo>
                      <a:pt x="694" y="30"/>
                    </a:lnTo>
                    <a:cubicBezTo>
                      <a:pt x="692" y="11"/>
                      <a:pt x="680" y="0"/>
                      <a:pt x="663" y="0"/>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sp>
            <p:nvSpPr>
              <p:cNvPr id="182" name="Google Shape;182;p39"/>
              <p:cNvSpPr/>
              <p:nvPr/>
            </p:nvSpPr>
            <p:spPr>
              <a:xfrm>
                <a:off x="3053880" y="1784160"/>
                <a:ext cx="237240" cy="357839"/>
              </a:xfrm>
              <a:custGeom>
                <a:rect b="b" l="l" r="r" t="t"/>
                <a:pathLst>
                  <a:path extrusionOk="0" h="995" w="660">
                    <a:moveTo>
                      <a:pt x="458" y="462"/>
                    </a:moveTo>
                    <a:lnTo>
                      <a:pt x="261" y="405"/>
                    </a:lnTo>
                    <a:cubicBezTo>
                      <a:pt x="239" y="400"/>
                      <a:pt x="219" y="392"/>
                      <a:pt x="200" y="384"/>
                    </a:cubicBezTo>
                    <a:cubicBezTo>
                      <a:pt x="183" y="376"/>
                      <a:pt x="168" y="367"/>
                      <a:pt x="156" y="356"/>
                    </a:cubicBezTo>
                    <a:cubicBezTo>
                      <a:pt x="145" y="346"/>
                      <a:pt x="136" y="333"/>
                      <a:pt x="130" y="318"/>
                    </a:cubicBezTo>
                    <a:cubicBezTo>
                      <a:pt x="124" y="303"/>
                      <a:pt x="120" y="283"/>
                      <a:pt x="120" y="261"/>
                    </a:cubicBezTo>
                    <a:lnTo>
                      <a:pt x="120" y="247"/>
                    </a:lnTo>
                    <a:cubicBezTo>
                      <a:pt x="120" y="203"/>
                      <a:pt x="133" y="169"/>
                      <a:pt x="159" y="145"/>
                    </a:cubicBezTo>
                    <a:cubicBezTo>
                      <a:pt x="185" y="120"/>
                      <a:pt x="225" y="107"/>
                      <a:pt x="274" y="107"/>
                    </a:cubicBezTo>
                    <a:lnTo>
                      <a:pt x="573" y="107"/>
                    </a:lnTo>
                    <a:cubicBezTo>
                      <a:pt x="592" y="107"/>
                      <a:pt x="604" y="95"/>
                      <a:pt x="604" y="78"/>
                    </a:cubicBezTo>
                    <a:lnTo>
                      <a:pt x="604" y="29"/>
                    </a:lnTo>
                    <a:cubicBezTo>
                      <a:pt x="604" y="12"/>
                      <a:pt x="592" y="0"/>
                      <a:pt x="573" y="0"/>
                    </a:cubicBezTo>
                    <a:lnTo>
                      <a:pt x="255" y="0"/>
                    </a:lnTo>
                    <a:cubicBezTo>
                      <a:pt x="217" y="0"/>
                      <a:pt x="183" y="6"/>
                      <a:pt x="153" y="18"/>
                    </a:cubicBezTo>
                    <a:cubicBezTo>
                      <a:pt x="122" y="29"/>
                      <a:pt x="95" y="46"/>
                      <a:pt x="73" y="66"/>
                    </a:cubicBezTo>
                    <a:cubicBezTo>
                      <a:pt x="50" y="86"/>
                      <a:pt x="32" y="113"/>
                      <a:pt x="19" y="142"/>
                    </a:cubicBezTo>
                    <a:cubicBezTo>
                      <a:pt x="6" y="171"/>
                      <a:pt x="0" y="203"/>
                      <a:pt x="0" y="239"/>
                    </a:cubicBezTo>
                    <a:lnTo>
                      <a:pt x="0" y="273"/>
                    </a:lnTo>
                    <a:cubicBezTo>
                      <a:pt x="0" y="333"/>
                      <a:pt x="17" y="381"/>
                      <a:pt x="51" y="421"/>
                    </a:cubicBezTo>
                    <a:cubicBezTo>
                      <a:pt x="84" y="460"/>
                      <a:pt x="132" y="488"/>
                      <a:pt x="191" y="506"/>
                    </a:cubicBezTo>
                    <a:lnTo>
                      <a:pt x="384" y="561"/>
                    </a:lnTo>
                    <a:cubicBezTo>
                      <a:pt x="410" y="569"/>
                      <a:pt x="433" y="577"/>
                      <a:pt x="453" y="586"/>
                    </a:cubicBezTo>
                    <a:cubicBezTo>
                      <a:pt x="472" y="595"/>
                      <a:pt x="490" y="605"/>
                      <a:pt x="503" y="617"/>
                    </a:cubicBezTo>
                    <a:cubicBezTo>
                      <a:pt x="516" y="628"/>
                      <a:pt x="526" y="642"/>
                      <a:pt x="534" y="660"/>
                    </a:cubicBezTo>
                    <a:cubicBezTo>
                      <a:pt x="541" y="677"/>
                      <a:pt x="544" y="698"/>
                      <a:pt x="544" y="724"/>
                    </a:cubicBezTo>
                    <a:lnTo>
                      <a:pt x="544" y="754"/>
                    </a:lnTo>
                    <a:cubicBezTo>
                      <a:pt x="544" y="796"/>
                      <a:pt x="531" y="829"/>
                      <a:pt x="504" y="853"/>
                    </a:cubicBezTo>
                    <a:cubicBezTo>
                      <a:pt x="478" y="877"/>
                      <a:pt x="440" y="889"/>
                      <a:pt x="391" y="889"/>
                    </a:cubicBezTo>
                    <a:lnTo>
                      <a:pt x="73" y="889"/>
                    </a:lnTo>
                    <a:cubicBezTo>
                      <a:pt x="54" y="889"/>
                      <a:pt x="43" y="901"/>
                      <a:pt x="43" y="918"/>
                    </a:cubicBezTo>
                    <a:lnTo>
                      <a:pt x="43" y="966"/>
                    </a:lnTo>
                    <a:cubicBezTo>
                      <a:pt x="43" y="984"/>
                      <a:pt x="54" y="995"/>
                      <a:pt x="73" y="995"/>
                    </a:cubicBezTo>
                    <a:lnTo>
                      <a:pt x="410" y="995"/>
                    </a:lnTo>
                    <a:cubicBezTo>
                      <a:pt x="486" y="995"/>
                      <a:pt x="547" y="974"/>
                      <a:pt x="592" y="930"/>
                    </a:cubicBezTo>
                    <a:cubicBezTo>
                      <a:pt x="637" y="886"/>
                      <a:pt x="660" y="828"/>
                      <a:pt x="660" y="758"/>
                    </a:cubicBezTo>
                    <a:lnTo>
                      <a:pt x="660" y="711"/>
                    </a:lnTo>
                    <a:cubicBezTo>
                      <a:pt x="663" y="641"/>
                      <a:pt x="646" y="586"/>
                      <a:pt x="611" y="548"/>
                    </a:cubicBezTo>
                    <a:cubicBezTo>
                      <a:pt x="577" y="510"/>
                      <a:pt x="525" y="481"/>
                      <a:pt x="458" y="462"/>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sp>
            <p:nvSpPr>
              <p:cNvPr id="183" name="Google Shape;183;p39"/>
              <p:cNvSpPr/>
              <p:nvPr/>
            </p:nvSpPr>
            <p:spPr>
              <a:xfrm>
                <a:off x="3888000" y="1784880"/>
                <a:ext cx="41400" cy="357120"/>
              </a:xfrm>
              <a:custGeom>
                <a:rect b="b" l="l" r="r" t="t"/>
                <a:pathLst>
                  <a:path extrusionOk="0" h="993" w="116">
                    <a:moveTo>
                      <a:pt x="30" y="0"/>
                    </a:moveTo>
                    <a:cubicBezTo>
                      <a:pt x="12" y="0"/>
                      <a:pt x="0" y="11"/>
                      <a:pt x="0" y="30"/>
                    </a:cubicBezTo>
                    <a:lnTo>
                      <a:pt x="0" y="964"/>
                    </a:lnTo>
                    <a:cubicBezTo>
                      <a:pt x="0" y="982"/>
                      <a:pt x="12" y="993"/>
                      <a:pt x="30" y="993"/>
                    </a:cubicBezTo>
                    <a:lnTo>
                      <a:pt x="87" y="993"/>
                    </a:lnTo>
                    <a:cubicBezTo>
                      <a:pt x="105" y="993"/>
                      <a:pt x="116" y="982"/>
                      <a:pt x="116" y="964"/>
                    </a:cubicBezTo>
                    <a:lnTo>
                      <a:pt x="116" y="30"/>
                    </a:lnTo>
                    <a:cubicBezTo>
                      <a:pt x="116" y="11"/>
                      <a:pt x="106" y="0"/>
                      <a:pt x="87" y="0"/>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sp>
            <p:nvSpPr>
              <p:cNvPr id="184" name="Google Shape;184;p39"/>
              <p:cNvSpPr/>
              <p:nvPr/>
            </p:nvSpPr>
            <p:spPr>
              <a:xfrm>
                <a:off x="3468959" y="1784160"/>
                <a:ext cx="215281" cy="357839"/>
              </a:xfrm>
              <a:custGeom>
                <a:rect b="b" l="l" r="r" t="t"/>
                <a:pathLst>
                  <a:path extrusionOk="0" h="995" w="599">
                    <a:moveTo>
                      <a:pt x="513" y="2"/>
                    </a:moveTo>
                    <a:cubicBezTo>
                      <a:pt x="494" y="2"/>
                      <a:pt x="482" y="13"/>
                      <a:pt x="482" y="32"/>
                    </a:cubicBezTo>
                    <a:lnTo>
                      <a:pt x="482" y="456"/>
                    </a:lnTo>
                    <a:cubicBezTo>
                      <a:pt x="481" y="456"/>
                      <a:pt x="479" y="455"/>
                      <a:pt x="476" y="455"/>
                    </a:cubicBezTo>
                    <a:lnTo>
                      <a:pt x="119" y="455"/>
                    </a:lnTo>
                    <a:lnTo>
                      <a:pt x="116" y="455"/>
                    </a:lnTo>
                    <a:lnTo>
                      <a:pt x="116" y="31"/>
                    </a:lnTo>
                    <a:cubicBezTo>
                      <a:pt x="116" y="12"/>
                      <a:pt x="105" y="0"/>
                      <a:pt x="87" y="0"/>
                    </a:cubicBezTo>
                    <a:lnTo>
                      <a:pt x="30" y="0"/>
                    </a:lnTo>
                    <a:cubicBezTo>
                      <a:pt x="11" y="0"/>
                      <a:pt x="0" y="12"/>
                      <a:pt x="0" y="31"/>
                    </a:cubicBezTo>
                    <a:lnTo>
                      <a:pt x="0" y="966"/>
                    </a:lnTo>
                    <a:cubicBezTo>
                      <a:pt x="0" y="984"/>
                      <a:pt x="11" y="995"/>
                      <a:pt x="30" y="995"/>
                    </a:cubicBezTo>
                    <a:lnTo>
                      <a:pt x="87" y="995"/>
                    </a:lnTo>
                    <a:cubicBezTo>
                      <a:pt x="105" y="995"/>
                      <a:pt x="116" y="984"/>
                      <a:pt x="116" y="966"/>
                    </a:cubicBezTo>
                    <a:lnTo>
                      <a:pt x="116" y="560"/>
                    </a:lnTo>
                    <a:lnTo>
                      <a:pt x="476" y="560"/>
                    </a:lnTo>
                    <a:cubicBezTo>
                      <a:pt x="478" y="560"/>
                      <a:pt x="479" y="560"/>
                      <a:pt x="482" y="558"/>
                    </a:cubicBezTo>
                    <a:lnTo>
                      <a:pt x="482" y="966"/>
                    </a:lnTo>
                    <a:cubicBezTo>
                      <a:pt x="482" y="984"/>
                      <a:pt x="494" y="995"/>
                      <a:pt x="513" y="995"/>
                    </a:cubicBezTo>
                    <a:lnTo>
                      <a:pt x="569" y="995"/>
                    </a:lnTo>
                    <a:cubicBezTo>
                      <a:pt x="587" y="995"/>
                      <a:pt x="599" y="984"/>
                      <a:pt x="599" y="966"/>
                    </a:cubicBezTo>
                    <a:lnTo>
                      <a:pt x="599" y="32"/>
                    </a:lnTo>
                    <a:cubicBezTo>
                      <a:pt x="599" y="13"/>
                      <a:pt x="587" y="2"/>
                      <a:pt x="569" y="2"/>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sp>
            <p:nvSpPr>
              <p:cNvPr id="185" name="Google Shape;185;p39"/>
              <p:cNvSpPr/>
              <p:nvPr/>
            </p:nvSpPr>
            <p:spPr>
              <a:xfrm>
                <a:off x="4140720" y="1784880"/>
                <a:ext cx="164880" cy="357120"/>
              </a:xfrm>
              <a:custGeom>
                <a:rect b="b" l="l" r="r" t="t"/>
                <a:pathLst>
                  <a:path extrusionOk="0" h="993" w="459">
                    <a:moveTo>
                      <a:pt x="28" y="0"/>
                    </a:moveTo>
                    <a:cubicBezTo>
                      <a:pt x="9" y="0"/>
                      <a:pt x="2" y="16"/>
                      <a:pt x="2" y="35"/>
                    </a:cubicBezTo>
                    <a:lnTo>
                      <a:pt x="0" y="964"/>
                    </a:lnTo>
                    <a:cubicBezTo>
                      <a:pt x="0" y="982"/>
                      <a:pt x="12" y="993"/>
                      <a:pt x="31" y="993"/>
                    </a:cubicBezTo>
                    <a:lnTo>
                      <a:pt x="88" y="993"/>
                    </a:lnTo>
                    <a:cubicBezTo>
                      <a:pt x="105" y="993"/>
                      <a:pt x="117" y="982"/>
                      <a:pt x="117" y="964"/>
                    </a:cubicBezTo>
                    <a:lnTo>
                      <a:pt x="117" y="558"/>
                    </a:lnTo>
                    <a:lnTo>
                      <a:pt x="393" y="558"/>
                    </a:lnTo>
                    <a:cubicBezTo>
                      <a:pt x="409" y="558"/>
                      <a:pt x="420" y="546"/>
                      <a:pt x="420" y="529"/>
                    </a:cubicBezTo>
                    <a:lnTo>
                      <a:pt x="420" y="482"/>
                    </a:lnTo>
                    <a:cubicBezTo>
                      <a:pt x="420" y="465"/>
                      <a:pt x="409" y="453"/>
                      <a:pt x="393" y="453"/>
                    </a:cubicBezTo>
                    <a:lnTo>
                      <a:pt x="117" y="453"/>
                    </a:lnTo>
                    <a:lnTo>
                      <a:pt x="117" y="111"/>
                    </a:lnTo>
                    <a:lnTo>
                      <a:pt x="430" y="111"/>
                    </a:lnTo>
                    <a:cubicBezTo>
                      <a:pt x="447" y="111"/>
                      <a:pt x="459" y="99"/>
                      <a:pt x="459" y="80"/>
                    </a:cubicBezTo>
                    <a:lnTo>
                      <a:pt x="459" y="30"/>
                    </a:lnTo>
                    <a:cubicBezTo>
                      <a:pt x="460" y="11"/>
                      <a:pt x="449" y="0"/>
                      <a:pt x="431" y="0"/>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sp>
            <p:nvSpPr>
              <p:cNvPr id="186" name="Google Shape;186;p39"/>
              <p:cNvSpPr/>
              <p:nvPr/>
            </p:nvSpPr>
            <p:spPr>
              <a:xfrm>
                <a:off x="4954680" y="1828800"/>
                <a:ext cx="156600" cy="267841"/>
              </a:xfrm>
              <a:custGeom>
                <a:rect b="b" l="l" r="r" t="t"/>
                <a:pathLst>
                  <a:path extrusionOk="0" h="745" w="436">
                    <a:moveTo>
                      <a:pt x="322" y="178"/>
                    </a:moveTo>
                    <a:cubicBezTo>
                      <a:pt x="328" y="169"/>
                      <a:pt x="341" y="174"/>
                      <a:pt x="341" y="185"/>
                    </a:cubicBezTo>
                    <a:lnTo>
                      <a:pt x="341" y="443"/>
                    </a:lnTo>
                    <a:cubicBezTo>
                      <a:pt x="341" y="449"/>
                      <a:pt x="337" y="455"/>
                      <a:pt x="329" y="455"/>
                    </a:cubicBezTo>
                    <a:lnTo>
                      <a:pt x="128" y="455"/>
                    </a:lnTo>
                    <a:cubicBezTo>
                      <a:pt x="121" y="453"/>
                      <a:pt x="115" y="442"/>
                      <a:pt x="121" y="436"/>
                    </a:cubicBezTo>
                    <a:close/>
                    <a:moveTo>
                      <a:pt x="3" y="465"/>
                    </a:moveTo>
                    <a:cubicBezTo>
                      <a:pt x="2" y="466"/>
                      <a:pt x="0" y="469"/>
                      <a:pt x="0" y="472"/>
                    </a:cubicBezTo>
                    <a:lnTo>
                      <a:pt x="0" y="525"/>
                    </a:lnTo>
                    <a:cubicBezTo>
                      <a:pt x="0" y="530"/>
                      <a:pt x="5" y="536"/>
                      <a:pt x="12" y="536"/>
                    </a:cubicBezTo>
                    <a:lnTo>
                      <a:pt x="332" y="536"/>
                    </a:lnTo>
                    <a:cubicBezTo>
                      <a:pt x="338" y="536"/>
                      <a:pt x="344" y="541"/>
                      <a:pt x="344" y="548"/>
                    </a:cubicBezTo>
                    <a:lnTo>
                      <a:pt x="344" y="733"/>
                    </a:lnTo>
                    <a:cubicBezTo>
                      <a:pt x="344" y="739"/>
                      <a:pt x="348" y="745"/>
                      <a:pt x="356" y="745"/>
                    </a:cubicBezTo>
                    <a:lnTo>
                      <a:pt x="424" y="745"/>
                    </a:lnTo>
                    <a:cubicBezTo>
                      <a:pt x="430" y="745"/>
                      <a:pt x="436" y="740"/>
                      <a:pt x="436" y="733"/>
                    </a:cubicBezTo>
                    <a:lnTo>
                      <a:pt x="436" y="12"/>
                    </a:lnTo>
                    <a:cubicBezTo>
                      <a:pt x="436" y="6"/>
                      <a:pt x="431" y="0"/>
                      <a:pt x="424" y="0"/>
                    </a:cubicBezTo>
                    <a:lnTo>
                      <a:pt x="372" y="0"/>
                    </a:lnTo>
                    <a:cubicBezTo>
                      <a:pt x="366" y="0"/>
                      <a:pt x="363" y="2"/>
                      <a:pt x="362" y="5"/>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grpSp>
        <p:sp>
          <p:nvSpPr>
            <p:cNvPr id="187" name="Google Shape;187;p39"/>
            <p:cNvSpPr/>
            <p:nvPr/>
          </p:nvSpPr>
          <p:spPr>
            <a:xfrm>
              <a:off x="4823640" y="-747226"/>
              <a:ext cx="466560" cy="466560"/>
            </a:xfrm>
            <a:custGeom>
              <a:rect b="b" l="l" r="r" t="t"/>
              <a:pathLst>
                <a:path extrusionOk="0" h="1297" w="1297">
                  <a:moveTo>
                    <a:pt x="1205" y="649"/>
                  </a:moveTo>
                  <a:cubicBezTo>
                    <a:pt x="1205" y="955"/>
                    <a:pt x="956" y="1204"/>
                    <a:pt x="650" y="1204"/>
                  </a:cubicBezTo>
                  <a:cubicBezTo>
                    <a:pt x="344" y="1204"/>
                    <a:pt x="95" y="955"/>
                    <a:pt x="95" y="649"/>
                  </a:cubicBezTo>
                  <a:cubicBezTo>
                    <a:pt x="95" y="343"/>
                    <a:pt x="344" y="94"/>
                    <a:pt x="650" y="94"/>
                  </a:cubicBezTo>
                  <a:cubicBezTo>
                    <a:pt x="954" y="94"/>
                    <a:pt x="1205" y="343"/>
                    <a:pt x="1205" y="649"/>
                  </a:cubicBezTo>
                  <a:close/>
                  <a:moveTo>
                    <a:pt x="648" y="0"/>
                  </a:moveTo>
                  <a:cubicBezTo>
                    <a:pt x="291" y="0"/>
                    <a:pt x="0" y="290"/>
                    <a:pt x="0" y="649"/>
                  </a:cubicBezTo>
                  <a:cubicBezTo>
                    <a:pt x="0" y="1006"/>
                    <a:pt x="290" y="1297"/>
                    <a:pt x="648" y="1297"/>
                  </a:cubicBezTo>
                  <a:cubicBezTo>
                    <a:pt x="1005" y="1297"/>
                    <a:pt x="1297" y="1007"/>
                    <a:pt x="1297" y="649"/>
                  </a:cubicBezTo>
                  <a:cubicBezTo>
                    <a:pt x="1297" y="292"/>
                    <a:pt x="1005" y="0"/>
                    <a:pt x="648" y="0"/>
                  </a:cubicBezTo>
                  <a:close/>
                </a:path>
              </a:pathLst>
            </a:custGeom>
            <a:solidFill>
              <a:schemeClr val="accen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grpSp>
      <p:sp>
        <p:nvSpPr>
          <p:cNvPr id="188" name="Google Shape;188;p39"/>
          <p:cNvSpPr txBox="1"/>
          <p:nvPr>
            <p:ph idx="1" type="body"/>
          </p:nvPr>
        </p:nvSpPr>
        <p:spPr>
          <a:xfrm>
            <a:off x="274320" y="3531870"/>
            <a:ext cx="8367000" cy="16170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Clr>
                <a:schemeClr val="accent1"/>
              </a:buClr>
              <a:buSzPts val="1100"/>
              <a:buNone/>
              <a:defRPr b="0" i="0">
                <a:solidFill>
                  <a:schemeClr val="accent1"/>
                </a:solidFill>
                <a:latin typeface="Arial"/>
                <a:ea typeface="Arial"/>
                <a:cs typeface="Arial"/>
                <a:sym typeface="Arial"/>
              </a:defRPr>
            </a:lvl1pPr>
            <a:lvl2pPr indent="-228600" lvl="1" marL="914400" algn="l">
              <a:lnSpc>
                <a:spcPct val="110000"/>
              </a:lnSpc>
              <a:spcBef>
                <a:spcPts val="0"/>
              </a:spcBef>
              <a:spcAft>
                <a:spcPts val="0"/>
              </a:spcAft>
              <a:buClr>
                <a:schemeClr val="accent1"/>
              </a:buClr>
              <a:buSzPts val="1100"/>
              <a:buNone/>
              <a:defRPr>
                <a:solidFill>
                  <a:schemeClr val="accent1"/>
                </a:solidFill>
              </a:defRPr>
            </a:lvl2pPr>
            <a:lvl3pPr indent="-228600" lvl="2" marL="1371600" algn="l">
              <a:lnSpc>
                <a:spcPct val="110000"/>
              </a:lnSpc>
              <a:spcBef>
                <a:spcPts val="0"/>
              </a:spcBef>
              <a:spcAft>
                <a:spcPts val="0"/>
              </a:spcAft>
              <a:buClr>
                <a:schemeClr val="accent1"/>
              </a:buClr>
              <a:buSzPts val="1100"/>
              <a:buNone/>
              <a:defRPr>
                <a:solidFill>
                  <a:schemeClr val="accent1"/>
                </a:solidFill>
              </a:defRPr>
            </a:lvl3pPr>
            <a:lvl4pPr indent="-228600" lvl="3" marL="1828800" algn="l">
              <a:lnSpc>
                <a:spcPct val="110000"/>
              </a:lnSpc>
              <a:spcBef>
                <a:spcPts val="0"/>
              </a:spcBef>
              <a:spcAft>
                <a:spcPts val="0"/>
              </a:spcAft>
              <a:buClr>
                <a:schemeClr val="accent1"/>
              </a:buClr>
              <a:buSzPts val="1100"/>
              <a:buNone/>
              <a:defRPr>
                <a:solidFill>
                  <a:schemeClr val="accent1"/>
                </a:solidFill>
              </a:defRPr>
            </a:lvl4pPr>
            <a:lvl5pPr indent="-228600" lvl="4" marL="2286000" algn="l">
              <a:lnSpc>
                <a:spcPct val="110000"/>
              </a:lnSpc>
              <a:spcBef>
                <a:spcPts val="0"/>
              </a:spcBef>
              <a:spcAft>
                <a:spcPts val="0"/>
              </a:spcAft>
              <a:buClr>
                <a:schemeClr val="accent1"/>
              </a:buClr>
              <a:buSzPts val="1100"/>
              <a:buNone/>
              <a:defRPr>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9" name="Shape 189"/>
        <p:cNvGrpSpPr/>
        <p:nvPr/>
      </p:nvGrpSpPr>
      <p:grpSpPr>
        <a:xfrm>
          <a:off x="0" y="0"/>
          <a:ext cx="0" cy="0"/>
          <a:chOff x="0" y="0"/>
          <a:chExt cx="0" cy="0"/>
        </a:xfrm>
      </p:grpSpPr>
      <p:sp>
        <p:nvSpPr>
          <p:cNvPr id="190" name="Google Shape;190;p40"/>
          <p:cNvSpPr txBox="1"/>
          <p:nvPr>
            <p:ph type="title"/>
          </p:nvPr>
        </p:nvSpPr>
        <p:spPr>
          <a:xfrm>
            <a:off x="718856" y="344804"/>
            <a:ext cx="8229600" cy="857400"/>
          </a:xfrm>
          <a:prstGeom prst="rect">
            <a:avLst/>
          </a:prstGeom>
          <a:noFill/>
          <a:ln>
            <a:noFill/>
          </a:ln>
        </p:spPr>
        <p:txBody>
          <a:bodyPr anchorCtr="0" anchor="t" bIns="34275" lIns="68575" spcFirstLastPara="1" rIns="68575" wrap="square" tIns="34275">
            <a:normAutofit/>
          </a:bodyPr>
          <a:lstStyle>
            <a:lvl1pPr lvl="0" marR="0" algn="l">
              <a:lnSpc>
                <a:spcPct val="100000"/>
              </a:lnSpc>
              <a:spcBef>
                <a:spcPts val="0"/>
              </a:spcBef>
              <a:spcAft>
                <a:spcPts val="0"/>
              </a:spcAft>
              <a:buClr>
                <a:schemeClr val="dk2"/>
              </a:buClr>
              <a:buSzPts val="1900"/>
              <a:buFont typeface="Corbel"/>
              <a:buNone/>
              <a:defRPr b="1" i="0" sz="1900" u="none" cap="none" strike="noStrike">
                <a:solidFill>
                  <a:schemeClr val="dk2"/>
                </a:solidFill>
                <a:latin typeface="Corbel"/>
                <a:ea typeface="Corbel"/>
                <a:cs typeface="Corbel"/>
                <a:sym typeface="Corbel"/>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91" name="Google Shape;191;p40"/>
          <p:cNvSpPr txBox="1"/>
          <p:nvPr>
            <p:ph idx="12" type="sldNum"/>
          </p:nvPr>
        </p:nvSpPr>
        <p:spPr>
          <a:xfrm>
            <a:off x="8063346" y="4877165"/>
            <a:ext cx="623400" cy="185400"/>
          </a:xfrm>
          <a:prstGeom prst="rect">
            <a:avLst/>
          </a:prstGeom>
          <a:noFill/>
          <a:ln>
            <a:noFill/>
          </a:ln>
        </p:spPr>
        <p:txBody>
          <a:bodyPr anchorCtr="0" anchor="ctr" bIns="30775" lIns="61550" spcFirstLastPara="1" rIns="61550" wrap="square" tIns="30775">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92" name="Shape 192"/>
        <p:cNvGrpSpPr/>
        <p:nvPr/>
      </p:nvGrpSpPr>
      <p:grpSpPr>
        <a:xfrm>
          <a:off x="0" y="0"/>
          <a:ext cx="0" cy="0"/>
          <a:chOff x="0" y="0"/>
          <a:chExt cx="0" cy="0"/>
        </a:xfrm>
      </p:grpSpPr>
      <p:sp>
        <p:nvSpPr>
          <p:cNvPr id="193" name="Google Shape;193;p41"/>
          <p:cNvSpPr txBox="1"/>
          <p:nvPr>
            <p:ph type="title"/>
          </p:nvPr>
        </p:nvSpPr>
        <p:spPr>
          <a:xfrm>
            <a:off x="768096" y="438912"/>
            <a:ext cx="7290000" cy="1124700"/>
          </a:xfrm>
          <a:prstGeom prst="rect">
            <a:avLst/>
          </a:prstGeom>
          <a:noFill/>
          <a:ln>
            <a:noFill/>
          </a:ln>
        </p:spPr>
        <p:txBody>
          <a:bodyPr anchorCtr="0" anchor="ctr" bIns="34275" lIns="68575" spcFirstLastPara="1" rIns="68575" wrap="square" tIns="34275">
            <a:normAutofit/>
          </a:bodyPr>
          <a:lstStyle>
            <a:lvl1pPr lvl="0" marR="0" algn="l">
              <a:lnSpc>
                <a:spcPct val="80000"/>
              </a:lnSpc>
              <a:spcBef>
                <a:spcPts val="0"/>
              </a:spcBef>
              <a:spcAft>
                <a:spcPts val="0"/>
              </a:spcAft>
              <a:buClr>
                <a:srgbClr val="0C0C0C"/>
              </a:buClr>
              <a:buSzPts val="1400"/>
              <a:buFont typeface="Arial"/>
              <a:buChar char="●"/>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94" name="Google Shape;194;p41"/>
          <p:cNvSpPr txBox="1"/>
          <p:nvPr>
            <p:ph idx="1" type="body"/>
          </p:nvPr>
        </p:nvSpPr>
        <p:spPr>
          <a:xfrm>
            <a:off x="768096" y="1714500"/>
            <a:ext cx="7290000" cy="3017400"/>
          </a:xfrm>
          <a:prstGeom prst="rect">
            <a:avLst/>
          </a:prstGeom>
          <a:noFill/>
          <a:ln>
            <a:noFill/>
          </a:ln>
        </p:spPr>
        <p:txBody>
          <a:bodyPr anchorCtr="0" anchor="t" bIns="34275" lIns="34275" spcFirstLastPara="1" rIns="34275" wrap="square" tIns="34275">
            <a:normAutofit/>
          </a:bodyPr>
          <a:lstStyle>
            <a:lvl1pPr indent="-228600" lvl="0" marL="457200" algn="l">
              <a:lnSpc>
                <a:spcPct val="90000"/>
              </a:lnSpc>
              <a:spcBef>
                <a:spcPts val="900"/>
              </a:spcBef>
              <a:spcAft>
                <a:spcPts val="0"/>
              </a:spcAft>
              <a:buClr>
                <a:schemeClr val="dk1"/>
              </a:buClr>
              <a:buSzPts val="1400"/>
              <a:buNone/>
              <a:defRPr/>
            </a:lvl1pPr>
            <a:lvl2pPr indent="-228600" lvl="1" marL="914400" algn="l">
              <a:lnSpc>
                <a:spcPct val="90000"/>
              </a:lnSpc>
              <a:spcBef>
                <a:spcPts val="200"/>
              </a:spcBef>
              <a:spcAft>
                <a:spcPts val="0"/>
              </a:spcAft>
              <a:buClr>
                <a:schemeClr val="dk1"/>
              </a:buClr>
              <a:buSzPts val="1400"/>
              <a:buNone/>
              <a:defRPr/>
            </a:lvl2pPr>
            <a:lvl3pPr indent="-228600" lvl="2" marL="1371600" algn="l">
              <a:lnSpc>
                <a:spcPct val="90000"/>
              </a:lnSpc>
              <a:spcBef>
                <a:spcPts val="300"/>
              </a:spcBef>
              <a:spcAft>
                <a:spcPts val="0"/>
              </a:spcAft>
              <a:buClr>
                <a:schemeClr val="dk1"/>
              </a:buClr>
              <a:buSzPts val="1400"/>
              <a:buNone/>
              <a:defRPr/>
            </a:lvl3pPr>
            <a:lvl4pPr indent="-228600" lvl="3" marL="1828800" algn="l">
              <a:lnSpc>
                <a:spcPct val="90000"/>
              </a:lnSpc>
              <a:spcBef>
                <a:spcPts val="300"/>
              </a:spcBef>
              <a:spcAft>
                <a:spcPts val="0"/>
              </a:spcAft>
              <a:buClr>
                <a:schemeClr val="dk1"/>
              </a:buClr>
              <a:buSzPts val="1400"/>
              <a:buNone/>
              <a:defRPr/>
            </a:lvl4pPr>
            <a:lvl5pPr indent="-228600" lvl="4" marL="2286000" algn="l">
              <a:lnSpc>
                <a:spcPct val="90000"/>
              </a:lnSpc>
              <a:spcBef>
                <a:spcPts val="300"/>
              </a:spcBef>
              <a:spcAft>
                <a:spcPts val="0"/>
              </a:spcAft>
              <a:buClr>
                <a:schemeClr val="dk1"/>
              </a:buClr>
              <a:buSzPts val="1400"/>
              <a:buNone/>
              <a:defRPr/>
            </a:lvl5pPr>
            <a:lvl6pPr indent="-317500" lvl="5" marL="2743200" algn="l">
              <a:lnSpc>
                <a:spcPct val="90000"/>
              </a:lnSpc>
              <a:spcBef>
                <a:spcPts val="300"/>
              </a:spcBef>
              <a:spcAft>
                <a:spcPts val="0"/>
              </a:spcAft>
              <a:buClr>
                <a:schemeClr val="dk1"/>
              </a:buClr>
              <a:buSzPts val="1400"/>
              <a:buChar char="•"/>
              <a:defRPr/>
            </a:lvl6pPr>
            <a:lvl7pPr indent="-317500" lvl="6" marL="3200400" algn="l">
              <a:lnSpc>
                <a:spcPct val="90000"/>
              </a:lnSpc>
              <a:spcBef>
                <a:spcPts val="300"/>
              </a:spcBef>
              <a:spcAft>
                <a:spcPts val="0"/>
              </a:spcAft>
              <a:buClr>
                <a:schemeClr val="dk1"/>
              </a:buClr>
              <a:buSzPts val="1400"/>
              <a:buChar char="•"/>
              <a:defRPr/>
            </a:lvl7pPr>
            <a:lvl8pPr indent="-317500" lvl="7" marL="3657600" algn="l">
              <a:lnSpc>
                <a:spcPct val="90000"/>
              </a:lnSpc>
              <a:spcBef>
                <a:spcPts val="300"/>
              </a:spcBef>
              <a:spcAft>
                <a:spcPts val="0"/>
              </a:spcAft>
              <a:buClr>
                <a:schemeClr val="dk1"/>
              </a:buClr>
              <a:buSzPts val="1400"/>
              <a:buChar char="•"/>
              <a:defRPr/>
            </a:lvl8pPr>
            <a:lvl9pPr indent="-317500" lvl="8" marL="4114800" algn="l">
              <a:lnSpc>
                <a:spcPct val="90000"/>
              </a:lnSpc>
              <a:spcBef>
                <a:spcPts val="300"/>
              </a:spcBef>
              <a:spcAft>
                <a:spcPts val="300"/>
              </a:spcAft>
              <a:buClr>
                <a:schemeClr val="dk1"/>
              </a:buClr>
              <a:buSzPts val="1400"/>
              <a:buChar char="•"/>
              <a:defRPr/>
            </a:lvl9pPr>
          </a:lstStyle>
          <a:p/>
        </p:txBody>
      </p:sp>
      <p:sp>
        <p:nvSpPr>
          <p:cNvPr id="195" name="Google Shape;195;p41"/>
          <p:cNvSpPr txBox="1"/>
          <p:nvPr>
            <p:ph idx="10" type="dt"/>
          </p:nvPr>
        </p:nvSpPr>
        <p:spPr>
          <a:xfrm>
            <a:off x="768097" y="4853028"/>
            <a:ext cx="1615500" cy="2058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96" name="Google Shape;196;p41"/>
          <p:cNvSpPr txBox="1"/>
          <p:nvPr>
            <p:ph idx="11" type="ftr"/>
          </p:nvPr>
        </p:nvSpPr>
        <p:spPr>
          <a:xfrm>
            <a:off x="3632199" y="4853028"/>
            <a:ext cx="4426200" cy="205800"/>
          </a:xfrm>
          <a:prstGeom prst="rect">
            <a:avLst/>
          </a:prstGeom>
          <a:noFill/>
          <a:ln>
            <a:noFill/>
          </a:ln>
        </p:spPr>
        <p:txBody>
          <a:bodyPr anchorCtr="0" anchor="ctr" bIns="34275" lIns="68575" spcFirstLastPara="1" rIns="68575" wrap="square" tIns="34275">
            <a:noAutofit/>
          </a:bodyPr>
          <a:lstStyle>
            <a:lvl1pPr lv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97" name="Google Shape;197;p41"/>
          <p:cNvSpPr txBox="1"/>
          <p:nvPr>
            <p:ph idx="12" type="sldNum"/>
          </p:nvPr>
        </p:nvSpPr>
        <p:spPr>
          <a:xfrm>
            <a:off x="8128000" y="4853028"/>
            <a:ext cx="730500" cy="192300"/>
          </a:xfrm>
          <a:prstGeom prst="rect">
            <a:avLst/>
          </a:prstGeom>
          <a:noFill/>
          <a:ln>
            <a:noFill/>
          </a:ln>
        </p:spPr>
        <p:txBody>
          <a:bodyPr anchorCtr="0" anchor="ctr" bIns="34275" lIns="68575" spcFirstLastPara="1" rIns="68575" wrap="square" tIns="34275">
            <a:sp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mages w/ Text">
  <p:cSld name="1_3 Images w/ Text">
    <p:spTree>
      <p:nvGrpSpPr>
        <p:cNvPr id="198" name="Shape 198"/>
        <p:cNvGrpSpPr/>
        <p:nvPr/>
      </p:nvGrpSpPr>
      <p:grpSpPr>
        <a:xfrm>
          <a:off x="0" y="0"/>
          <a:ext cx="0" cy="0"/>
          <a:chOff x="0" y="0"/>
          <a:chExt cx="0" cy="0"/>
        </a:xfrm>
      </p:grpSpPr>
      <p:sp>
        <p:nvSpPr>
          <p:cNvPr id="199" name="Google Shape;199;p42"/>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spcBef>
                <a:spcPts val="0"/>
              </a:spcBef>
              <a:spcAft>
                <a:spcPts val="0"/>
              </a:spcAft>
              <a:buClr>
                <a:srgbClr val="888888"/>
              </a:buClr>
              <a:buSzPts val="800"/>
              <a:buFont typeface="Calibri"/>
              <a:buNone/>
              <a:defRPr sz="800">
                <a:solidFill>
                  <a:srgbClr val="888888"/>
                </a:solidFill>
                <a:latin typeface="Calibri"/>
                <a:ea typeface="Calibri"/>
                <a:cs typeface="Calibri"/>
                <a:sym typeface="Calibri"/>
              </a:defRPr>
            </a:lvl1pPr>
            <a:lvl2pPr indent="0" lvl="1" marL="0" marR="0" algn="r">
              <a:spcBef>
                <a:spcPts val="0"/>
              </a:spcBef>
              <a:spcAft>
                <a:spcPts val="0"/>
              </a:spcAft>
              <a:buClr>
                <a:srgbClr val="888888"/>
              </a:buClr>
              <a:buSzPts val="800"/>
              <a:buFont typeface="Calibri"/>
              <a:buNone/>
              <a:defRPr sz="800">
                <a:solidFill>
                  <a:srgbClr val="888888"/>
                </a:solidFill>
                <a:latin typeface="Calibri"/>
                <a:ea typeface="Calibri"/>
                <a:cs typeface="Calibri"/>
                <a:sym typeface="Calibri"/>
              </a:defRPr>
            </a:lvl2pPr>
            <a:lvl3pPr indent="0" lvl="2" marL="0" marR="0" algn="r">
              <a:spcBef>
                <a:spcPts val="0"/>
              </a:spcBef>
              <a:spcAft>
                <a:spcPts val="0"/>
              </a:spcAft>
              <a:buClr>
                <a:srgbClr val="888888"/>
              </a:buClr>
              <a:buSzPts val="800"/>
              <a:buFont typeface="Calibri"/>
              <a:buNone/>
              <a:defRPr sz="800">
                <a:solidFill>
                  <a:srgbClr val="888888"/>
                </a:solidFill>
                <a:latin typeface="Calibri"/>
                <a:ea typeface="Calibri"/>
                <a:cs typeface="Calibri"/>
                <a:sym typeface="Calibri"/>
              </a:defRPr>
            </a:lvl3pPr>
            <a:lvl4pPr indent="0" lvl="3" marL="0" marR="0" algn="r">
              <a:spcBef>
                <a:spcPts val="0"/>
              </a:spcBef>
              <a:spcAft>
                <a:spcPts val="0"/>
              </a:spcAft>
              <a:buClr>
                <a:srgbClr val="888888"/>
              </a:buClr>
              <a:buSzPts val="800"/>
              <a:buFont typeface="Calibri"/>
              <a:buNone/>
              <a:defRPr sz="800">
                <a:solidFill>
                  <a:srgbClr val="888888"/>
                </a:solidFill>
                <a:latin typeface="Calibri"/>
                <a:ea typeface="Calibri"/>
                <a:cs typeface="Calibri"/>
                <a:sym typeface="Calibri"/>
              </a:defRPr>
            </a:lvl4pPr>
            <a:lvl5pPr indent="0" lvl="4" marL="0" marR="0" algn="r">
              <a:spcBef>
                <a:spcPts val="0"/>
              </a:spcBef>
              <a:spcAft>
                <a:spcPts val="0"/>
              </a:spcAft>
              <a:buClr>
                <a:srgbClr val="888888"/>
              </a:buClr>
              <a:buSzPts val="800"/>
              <a:buFont typeface="Calibri"/>
              <a:buNone/>
              <a:defRPr sz="800">
                <a:solidFill>
                  <a:srgbClr val="888888"/>
                </a:solidFill>
                <a:latin typeface="Calibri"/>
                <a:ea typeface="Calibri"/>
                <a:cs typeface="Calibri"/>
                <a:sym typeface="Calibri"/>
              </a:defRPr>
            </a:lvl5pPr>
            <a:lvl6pPr indent="0" lvl="5" marL="0" marR="0" algn="r">
              <a:spcBef>
                <a:spcPts val="0"/>
              </a:spcBef>
              <a:spcAft>
                <a:spcPts val="0"/>
              </a:spcAft>
              <a:buClr>
                <a:srgbClr val="888888"/>
              </a:buClr>
              <a:buSzPts val="800"/>
              <a:buFont typeface="Calibri"/>
              <a:buNone/>
              <a:defRPr sz="800">
                <a:solidFill>
                  <a:srgbClr val="888888"/>
                </a:solidFill>
                <a:latin typeface="Calibri"/>
                <a:ea typeface="Calibri"/>
                <a:cs typeface="Calibri"/>
                <a:sym typeface="Calibri"/>
              </a:defRPr>
            </a:lvl6pPr>
            <a:lvl7pPr indent="0" lvl="6" marL="0" marR="0" algn="r">
              <a:spcBef>
                <a:spcPts val="0"/>
              </a:spcBef>
              <a:spcAft>
                <a:spcPts val="0"/>
              </a:spcAft>
              <a:buClr>
                <a:srgbClr val="888888"/>
              </a:buClr>
              <a:buSzPts val="800"/>
              <a:buFont typeface="Calibri"/>
              <a:buNone/>
              <a:defRPr sz="800">
                <a:solidFill>
                  <a:srgbClr val="888888"/>
                </a:solidFill>
                <a:latin typeface="Calibri"/>
                <a:ea typeface="Calibri"/>
                <a:cs typeface="Calibri"/>
                <a:sym typeface="Calibri"/>
              </a:defRPr>
            </a:lvl7pPr>
            <a:lvl8pPr indent="0" lvl="7" marL="0" marR="0" algn="r">
              <a:spcBef>
                <a:spcPts val="0"/>
              </a:spcBef>
              <a:spcAft>
                <a:spcPts val="0"/>
              </a:spcAft>
              <a:buClr>
                <a:srgbClr val="888888"/>
              </a:buClr>
              <a:buSzPts val="800"/>
              <a:buFont typeface="Calibri"/>
              <a:buNone/>
              <a:defRPr sz="800">
                <a:solidFill>
                  <a:srgbClr val="888888"/>
                </a:solidFill>
                <a:latin typeface="Calibri"/>
                <a:ea typeface="Calibri"/>
                <a:cs typeface="Calibri"/>
                <a:sym typeface="Calibri"/>
              </a:defRPr>
            </a:lvl8pPr>
            <a:lvl9pPr indent="0" lvl="8" marL="0" marR="0" algn="r">
              <a:spcBef>
                <a:spcPts val="0"/>
              </a:spcBef>
              <a:spcAft>
                <a:spcPts val="0"/>
              </a:spcAft>
              <a:buClr>
                <a:srgbClr val="888888"/>
              </a:buClr>
              <a:buSzPts val="800"/>
              <a:buFont typeface="Calibri"/>
              <a:buNone/>
              <a:defRPr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200" name="Google Shape;200;p42"/>
          <p:cNvSpPr txBox="1"/>
          <p:nvPr>
            <p:ph idx="1" type="body"/>
          </p:nvPr>
        </p:nvSpPr>
        <p:spPr>
          <a:xfrm>
            <a:off x="271463"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1" name="Google Shape;201;p42"/>
          <p:cNvSpPr txBox="1"/>
          <p:nvPr>
            <p:ph idx="2" type="body"/>
          </p:nvPr>
        </p:nvSpPr>
        <p:spPr>
          <a:xfrm>
            <a:off x="271463"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2" name="Google Shape;202;p42"/>
          <p:cNvSpPr/>
          <p:nvPr>
            <p:ph idx="3" type="pic"/>
          </p:nvPr>
        </p:nvSpPr>
        <p:spPr>
          <a:xfrm>
            <a:off x="271463" y="1200150"/>
            <a:ext cx="2606100" cy="1714500"/>
          </a:xfrm>
          <a:prstGeom prst="rect">
            <a:avLst/>
          </a:prstGeom>
          <a:solidFill>
            <a:srgbClr val="F2F2F2"/>
          </a:solidFill>
          <a:ln>
            <a:noFill/>
          </a:ln>
        </p:spPr>
      </p:sp>
      <p:sp>
        <p:nvSpPr>
          <p:cNvPr id="203" name="Google Shape;203;p42"/>
          <p:cNvSpPr txBox="1"/>
          <p:nvPr>
            <p:ph idx="4" type="body"/>
          </p:nvPr>
        </p:nvSpPr>
        <p:spPr>
          <a:xfrm>
            <a:off x="3152775"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4" name="Google Shape;204;p42"/>
          <p:cNvSpPr txBox="1"/>
          <p:nvPr>
            <p:ph idx="5" type="body"/>
          </p:nvPr>
        </p:nvSpPr>
        <p:spPr>
          <a:xfrm>
            <a:off x="3152775"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5" name="Google Shape;205;p42"/>
          <p:cNvSpPr/>
          <p:nvPr>
            <p:ph idx="6" type="pic"/>
          </p:nvPr>
        </p:nvSpPr>
        <p:spPr>
          <a:xfrm>
            <a:off x="3152775" y="1200150"/>
            <a:ext cx="2606100" cy="1714500"/>
          </a:xfrm>
          <a:prstGeom prst="rect">
            <a:avLst/>
          </a:prstGeom>
          <a:solidFill>
            <a:srgbClr val="F2F2F2"/>
          </a:solidFill>
          <a:ln>
            <a:noFill/>
          </a:ln>
        </p:spPr>
      </p:sp>
      <p:sp>
        <p:nvSpPr>
          <p:cNvPr id="206" name="Google Shape;206;p42"/>
          <p:cNvSpPr txBox="1"/>
          <p:nvPr>
            <p:ph idx="7" type="body"/>
          </p:nvPr>
        </p:nvSpPr>
        <p:spPr>
          <a:xfrm>
            <a:off x="6034088"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7" name="Google Shape;207;p42"/>
          <p:cNvSpPr txBox="1"/>
          <p:nvPr>
            <p:ph idx="8" type="body"/>
          </p:nvPr>
        </p:nvSpPr>
        <p:spPr>
          <a:xfrm>
            <a:off x="6034088"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8" name="Google Shape;208;p42"/>
          <p:cNvSpPr/>
          <p:nvPr>
            <p:ph idx="9" type="pic"/>
          </p:nvPr>
        </p:nvSpPr>
        <p:spPr>
          <a:xfrm>
            <a:off x="6034088" y="1200150"/>
            <a:ext cx="2606100" cy="1714500"/>
          </a:xfrm>
          <a:prstGeom prst="rect">
            <a:avLst/>
          </a:prstGeom>
          <a:solidFill>
            <a:srgbClr val="F2F2F2"/>
          </a:solidFill>
          <a:ln>
            <a:noFill/>
          </a:ln>
        </p:spPr>
      </p:sp>
      <p:sp>
        <p:nvSpPr>
          <p:cNvPr id="209" name="Google Shape;209;p42"/>
          <p:cNvSpPr txBox="1"/>
          <p:nvPr>
            <p:ph idx="13"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0" name="Google Shape;210;p42"/>
          <p:cNvSpPr txBox="1"/>
          <p:nvPr>
            <p:ph idx="14"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dk1"/>
        </a:solidFill>
      </p:bgPr>
    </p:bg>
    <p:spTree>
      <p:nvGrpSpPr>
        <p:cNvPr id="211" name="Shape 211"/>
        <p:cNvGrpSpPr/>
        <p:nvPr/>
      </p:nvGrpSpPr>
      <p:grpSpPr>
        <a:xfrm>
          <a:off x="0" y="0"/>
          <a:ext cx="0" cy="0"/>
          <a:chOff x="0" y="0"/>
          <a:chExt cx="0" cy="0"/>
        </a:xfrm>
      </p:grpSpPr>
      <p:sp>
        <p:nvSpPr>
          <p:cNvPr id="212" name="Google Shape;212;p43"/>
          <p:cNvSpPr/>
          <p:nvPr/>
        </p:nvSpPr>
        <p:spPr>
          <a:xfrm>
            <a:off x="2857500" y="857250"/>
            <a:ext cx="3429000" cy="3429000"/>
          </a:xfrm>
          <a:prstGeom prst="ellipse">
            <a:avLst/>
          </a:prstGeom>
          <a:solidFill>
            <a:srgbClr val="136EF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13" name="Google Shape;213;p43"/>
          <p:cNvSpPr txBox="1"/>
          <p:nvPr>
            <p:ph type="title"/>
          </p:nvPr>
        </p:nvSpPr>
        <p:spPr>
          <a:xfrm>
            <a:off x="3286125" y="3531870"/>
            <a:ext cx="2571900" cy="318600"/>
          </a:xfrm>
          <a:prstGeom prst="rect">
            <a:avLst/>
          </a:prstGeom>
          <a:noFill/>
          <a:ln>
            <a:noFill/>
          </a:ln>
        </p:spPr>
        <p:txBody>
          <a:bodyPr anchorCtr="0" anchor="t" bIns="34275" lIns="68575" spcFirstLastPara="1" rIns="68575" wrap="square" tIns="34275">
            <a:spAutoFit/>
          </a:bodyPr>
          <a:lstStyle>
            <a:lvl1pPr lvl="0" marR="0" algn="ctr">
              <a:lnSpc>
                <a:spcPct val="90000"/>
              </a:lnSpc>
              <a:spcBef>
                <a:spcPts val="0"/>
              </a:spcBef>
              <a:spcAft>
                <a:spcPts val="0"/>
              </a:spcAft>
              <a:buClr>
                <a:schemeClr val="dk1"/>
              </a:buClr>
              <a:buSzPts val="1800"/>
              <a:buFont typeface="Arial Black"/>
              <a:buNone/>
              <a:defRPr b="1" i="0" sz="18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214" name="Google Shape;214;p43"/>
          <p:cNvSpPr txBox="1"/>
          <p:nvPr>
            <p:ph idx="1" type="body"/>
          </p:nvPr>
        </p:nvSpPr>
        <p:spPr>
          <a:xfrm>
            <a:off x="3284833" y="857250"/>
            <a:ext cx="2574300" cy="2571900"/>
          </a:xfrm>
          <a:prstGeom prst="rect">
            <a:avLst/>
          </a:prstGeom>
          <a:noFill/>
          <a:ln>
            <a:noFill/>
          </a:ln>
        </p:spPr>
        <p:txBody>
          <a:bodyPr anchorCtr="0" anchor="ctr" bIns="0" lIns="0" spcFirstLastPara="1" rIns="0" wrap="square" tIns="0">
            <a:spAutoFit/>
          </a:bodyPr>
          <a:lstStyle>
            <a:lvl1pPr indent="-228600" lvl="0" marL="457200" algn="ctr">
              <a:lnSpc>
                <a:spcPct val="100000"/>
              </a:lnSpc>
              <a:spcBef>
                <a:spcPts val="0"/>
              </a:spcBef>
              <a:spcAft>
                <a:spcPts val="0"/>
              </a:spcAft>
              <a:buClr>
                <a:schemeClr val="lt1"/>
              </a:buClr>
              <a:buSzPts val="16900"/>
              <a:buNone/>
              <a:defRPr b="1" i="0" sz="1690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lt1"/>
              </a:buClr>
              <a:buSzPts val="1400"/>
              <a:buNone/>
              <a:defRPr/>
            </a:lvl2pPr>
            <a:lvl3pPr indent="-228600" lvl="2" marL="1371600" algn="l">
              <a:lnSpc>
                <a:spcPct val="110000"/>
              </a:lnSpc>
              <a:spcBef>
                <a:spcPts val="0"/>
              </a:spcBef>
              <a:spcAft>
                <a:spcPts val="0"/>
              </a:spcAft>
              <a:buClr>
                <a:schemeClr val="lt1"/>
              </a:buClr>
              <a:buSzPts val="1400"/>
              <a:buNone/>
              <a:defRPr/>
            </a:lvl3pPr>
            <a:lvl4pPr indent="-228600" lvl="3" marL="1828800" algn="l">
              <a:lnSpc>
                <a:spcPct val="110000"/>
              </a:lnSpc>
              <a:spcBef>
                <a:spcPts val="0"/>
              </a:spcBef>
              <a:spcAft>
                <a:spcPts val="0"/>
              </a:spcAft>
              <a:buClr>
                <a:schemeClr val="lt1"/>
              </a:buClr>
              <a:buSzPts val="1400"/>
              <a:buNone/>
              <a:defRPr/>
            </a:lvl4pPr>
            <a:lvl5pPr indent="-228600" lvl="4" marL="2286000" algn="l">
              <a:lnSpc>
                <a:spcPct val="110000"/>
              </a:lnSpc>
              <a:spcBef>
                <a:spcPts val="0"/>
              </a:spcBef>
              <a:spcAft>
                <a:spcPts val="0"/>
              </a:spcAft>
              <a:buClr>
                <a:schemeClr val="lt1"/>
              </a:buClr>
              <a:buSzPts val="1400"/>
              <a:buNone/>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215" name="Google Shape;215;p43"/>
          <p:cNvSpPr txBox="1"/>
          <p:nvPr>
            <p:ph idx="2" type="body"/>
          </p:nvPr>
        </p:nvSpPr>
        <p:spPr>
          <a:xfrm>
            <a:off x="3286125" y="3257550"/>
            <a:ext cx="2571900" cy="16170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Clr>
                <a:schemeClr val="lt1"/>
              </a:buClr>
              <a:buSzPts val="1100"/>
              <a:buNone/>
              <a:defRPr b="1" i="0" sz="1100">
                <a:solidFill>
                  <a:schemeClr val="l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lt1"/>
              </a:buClr>
              <a:buSzPts val="1500"/>
              <a:buNone/>
              <a:defRPr sz="1500">
                <a:solidFill>
                  <a:schemeClr val="lt1"/>
                </a:solidFill>
              </a:defRPr>
            </a:lvl2pPr>
            <a:lvl3pPr indent="-228600" lvl="2" marL="1371600" algn="l">
              <a:lnSpc>
                <a:spcPct val="110000"/>
              </a:lnSpc>
              <a:spcBef>
                <a:spcPts val="0"/>
              </a:spcBef>
              <a:spcAft>
                <a:spcPts val="0"/>
              </a:spcAft>
              <a:buClr>
                <a:schemeClr val="lt1"/>
              </a:buClr>
              <a:buSzPts val="1400"/>
              <a:buNone/>
              <a:defRPr sz="1400">
                <a:solidFill>
                  <a:schemeClr val="lt1"/>
                </a:solidFill>
              </a:defRPr>
            </a:lvl3pPr>
            <a:lvl4pPr indent="-228600" lvl="3" marL="1828800" algn="l">
              <a:lnSpc>
                <a:spcPct val="110000"/>
              </a:lnSpc>
              <a:spcBef>
                <a:spcPts val="0"/>
              </a:spcBef>
              <a:spcAft>
                <a:spcPts val="0"/>
              </a:spcAft>
              <a:buClr>
                <a:schemeClr val="lt1"/>
              </a:buClr>
              <a:buSzPts val="1200"/>
              <a:buNone/>
              <a:defRPr sz="1200">
                <a:solidFill>
                  <a:schemeClr val="lt1"/>
                </a:solidFill>
              </a:defRPr>
            </a:lvl4pPr>
            <a:lvl5pPr indent="-228600" lvl="4" marL="2286000" algn="l">
              <a:lnSpc>
                <a:spcPct val="110000"/>
              </a:lnSpc>
              <a:spcBef>
                <a:spcPts val="0"/>
              </a:spcBef>
              <a:spcAft>
                <a:spcPts val="0"/>
              </a:spcAft>
              <a:buClr>
                <a:schemeClr val="lt1"/>
              </a:buClr>
              <a:buSzPts val="1200"/>
              <a:buNone/>
              <a:defRPr sz="1200">
                <a:solidFill>
                  <a:schemeClr val="lt1"/>
                </a:solidFill>
              </a:defRPr>
            </a:lvl5pPr>
            <a:lvl6pPr indent="-228600" lvl="5" marL="2743200" algn="l">
              <a:lnSpc>
                <a:spcPct val="90000"/>
              </a:lnSpc>
              <a:spcBef>
                <a:spcPts val="400"/>
              </a:spcBef>
              <a:spcAft>
                <a:spcPts val="0"/>
              </a:spcAft>
              <a:buClr>
                <a:schemeClr val="lt1"/>
              </a:buClr>
              <a:buSzPts val="1200"/>
              <a:buNone/>
              <a:defRPr sz="1200">
                <a:solidFill>
                  <a:schemeClr val="lt1"/>
                </a:solidFill>
              </a:defRPr>
            </a:lvl6pPr>
            <a:lvl7pPr indent="-228600" lvl="6" marL="3200400" algn="l">
              <a:lnSpc>
                <a:spcPct val="90000"/>
              </a:lnSpc>
              <a:spcBef>
                <a:spcPts val="400"/>
              </a:spcBef>
              <a:spcAft>
                <a:spcPts val="0"/>
              </a:spcAft>
              <a:buClr>
                <a:schemeClr val="lt1"/>
              </a:buClr>
              <a:buSzPts val="1200"/>
              <a:buNone/>
              <a:defRPr sz="1200">
                <a:solidFill>
                  <a:schemeClr val="lt1"/>
                </a:solidFill>
              </a:defRPr>
            </a:lvl7pPr>
            <a:lvl8pPr indent="-228600" lvl="7" marL="3657600" algn="l">
              <a:lnSpc>
                <a:spcPct val="90000"/>
              </a:lnSpc>
              <a:spcBef>
                <a:spcPts val="400"/>
              </a:spcBef>
              <a:spcAft>
                <a:spcPts val="0"/>
              </a:spcAft>
              <a:buClr>
                <a:schemeClr val="lt1"/>
              </a:buClr>
              <a:buSzPts val="1200"/>
              <a:buNone/>
              <a:defRPr sz="1200">
                <a:solidFill>
                  <a:schemeClr val="lt1"/>
                </a:solidFill>
              </a:defRPr>
            </a:lvl8pPr>
            <a:lvl9pPr indent="-228600" lvl="8" marL="4114800" algn="l">
              <a:lnSpc>
                <a:spcPct val="90000"/>
              </a:lnSpc>
              <a:spcBef>
                <a:spcPts val="400"/>
              </a:spcBef>
              <a:spcAft>
                <a:spcPts val="0"/>
              </a:spcAft>
              <a:buClr>
                <a:schemeClr val="lt1"/>
              </a:buClr>
              <a:buSzPts val="1200"/>
              <a:buNone/>
              <a:defRPr sz="1200">
                <a:solidFill>
                  <a:schemeClr val="lt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6" name="Shape 216"/>
        <p:cNvGrpSpPr/>
        <p:nvPr/>
      </p:nvGrpSpPr>
      <p:grpSpPr>
        <a:xfrm>
          <a:off x="0" y="0"/>
          <a:ext cx="0" cy="0"/>
          <a:chOff x="0" y="0"/>
          <a:chExt cx="0" cy="0"/>
        </a:xfrm>
      </p:grpSpPr>
      <p:sp>
        <p:nvSpPr>
          <p:cNvPr id="217" name="Google Shape;217;p44"/>
          <p:cNvSpPr txBox="1"/>
          <p:nvPr>
            <p:ph idx="1" type="body"/>
          </p:nvPr>
        </p:nvSpPr>
        <p:spPr>
          <a:xfrm>
            <a:off x="1234439" y="1440180"/>
            <a:ext cx="35664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8" name="Google Shape;218;p44"/>
          <p:cNvSpPr txBox="1"/>
          <p:nvPr>
            <p:ph idx="2" type="body"/>
          </p:nvPr>
        </p:nvSpPr>
        <p:spPr>
          <a:xfrm>
            <a:off x="5073254" y="1440180"/>
            <a:ext cx="35679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9" name="Google Shape;219;p44"/>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20" name="Google Shape;220;p44"/>
          <p:cNvSpPr txBox="1"/>
          <p:nvPr>
            <p:ph idx="3" type="body"/>
          </p:nvPr>
        </p:nvSpPr>
        <p:spPr>
          <a:xfrm>
            <a:off x="5074920" y="1200150"/>
            <a:ext cx="356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1" name="Google Shape;221;p44"/>
          <p:cNvSpPr txBox="1"/>
          <p:nvPr>
            <p:ph idx="4" type="body"/>
          </p:nvPr>
        </p:nvSpPr>
        <p:spPr>
          <a:xfrm>
            <a:off x="1235869" y="1200150"/>
            <a:ext cx="35646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2" name="Google Shape;222;p44"/>
          <p:cNvSpPr txBox="1"/>
          <p:nvPr>
            <p:ph idx="5"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de">
  <p:cSld name="Two Content Wide">
    <p:spTree>
      <p:nvGrpSpPr>
        <p:cNvPr id="223" name="Shape 223"/>
        <p:cNvGrpSpPr/>
        <p:nvPr/>
      </p:nvGrpSpPr>
      <p:grpSpPr>
        <a:xfrm>
          <a:off x="0" y="0"/>
          <a:ext cx="0" cy="0"/>
          <a:chOff x="0" y="0"/>
          <a:chExt cx="0" cy="0"/>
        </a:xfrm>
      </p:grpSpPr>
      <p:sp>
        <p:nvSpPr>
          <p:cNvPr id="224" name="Google Shape;224;p45"/>
          <p:cNvSpPr txBox="1"/>
          <p:nvPr>
            <p:ph idx="1" type="body"/>
          </p:nvPr>
        </p:nvSpPr>
        <p:spPr>
          <a:xfrm>
            <a:off x="27432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5" name="Google Shape;225;p45"/>
          <p:cNvSpPr txBox="1"/>
          <p:nvPr>
            <p:ph idx="2" type="body"/>
          </p:nvPr>
        </p:nvSpPr>
        <p:spPr>
          <a:xfrm>
            <a:off x="459486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6" name="Google Shape;226;p45"/>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45"/>
          <p:cNvSpPr txBox="1"/>
          <p:nvPr>
            <p:ph idx="3" type="body"/>
          </p:nvPr>
        </p:nvSpPr>
        <p:spPr>
          <a:xfrm>
            <a:off x="273844"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8" name="Google Shape;228;p45"/>
          <p:cNvSpPr txBox="1"/>
          <p:nvPr>
            <p:ph idx="4" type="body"/>
          </p:nvPr>
        </p:nvSpPr>
        <p:spPr>
          <a:xfrm>
            <a:off x="4594145"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9" name="Google Shape;229;p45"/>
          <p:cNvSpPr txBox="1"/>
          <p:nvPr>
            <p:ph idx="5"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Three Columns">
    <p:spTree>
      <p:nvGrpSpPr>
        <p:cNvPr id="230" name="Shape 230"/>
        <p:cNvGrpSpPr/>
        <p:nvPr/>
      </p:nvGrpSpPr>
      <p:grpSpPr>
        <a:xfrm>
          <a:off x="0" y="0"/>
          <a:ext cx="0" cy="0"/>
          <a:chOff x="0" y="0"/>
          <a:chExt cx="0" cy="0"/>
        </a:xfrm>
      </p:grpSpPr>
      <p:sp>
        <p:nvSpPr>
          <p:cNvPr id="231" name="Google Shape;231;p46"/>
          <p:cNvSpPr txBox="1"/>
          <p:nvPr>
            <p:ph idx="1" type="body"/>
          </p:nvPr>
        </p:nvSpPr>
        <p:spPr>
          <a:xfrm>
            <a:off x="274321" y="1200150"/>
            <a:ext cx="2606100" cy="3054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2" name="Google Shape;232;p46"/>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46"/>
          <p:cNvSpPr txBox="1"/>
          <p:nvPr>
            <p:ph idx="2" type="body"/>
          </p:nvPr>
        </p:nvSpPr>
        <p:spPr>
          <a:xfrm>
            <a:off x="3156824" y="1200150"/>
            <a:ext cx="2606100" cy="3054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4" name="Google Shape;234;p46"/>
          <p:cNvSpPr txBox="1"/>
          <p:nvPr>
            <p:ph idx="3" type="body"/>
          </p:nvPr>
        </p:nvSpPr>
        <p:spPr>
          <a:xfrm>
            <a:off x="6035040" y="1200150"/>
            <a:ext cx="2606100" cy="3054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5" name="Google Shape;235;p46"/>
          <p:cNvSpPr txBox="1"/>
          <p:nvPr>
            <p:ph idx="4"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w/Headings">
  <p:cSld name="Three Columns w/Headings">
    <p:spTree>
      <p:nvGrpSpPr>
        <p:cNvPr id="236" name="Shape 236"/>
        <p:cNvGrpSpPr/>
        <p:nvPr/>
      </p:nvGrpSpPr>
      <p:grpSpPr>
        <a:xfrm>
          <a:off x="0" y="0"/>
          <a:ext cx="0" cy="0"/>
          <a:chOff x="0" y="0"/>
          <a:chExt cx="0" cy="0"/>
        </a:xfrm>
      </p:grpSpPr>
      <p:sp>
        <p:nvSpPr>
          <p:cNvPr id="237" name="Google Shape;237;p47"/>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38" name="Google Shape;238;p47"/>
          <p:cNvSpPr txBox="1"/>
          <p:nvPr>
            <p:ph idx="1" type="body"/>
          </p:nvPr>
        </p:nvSpPr>
        <p:spPr>
          <a:xfrm>
            <a:off x="274321" y="1440180"/>
            <a:ext cx="260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9" name="Google Shape;239;p47"/>
          <p:cNvSpPr txBox="1"/>
          <p:nvPr>
            <p:ph idx="2" type="body"/>
          </p:nvPr>
        </p:nvSpPr>
        <p:spPr>
          <a:xfrm>
            <a:off x="273844" y="1200150"/>
            <a:ext cx="26028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0" name="Google Shape;240;p47"/>
          <p:cNvSpPr txBox="1"/>
          <p:nvPr>
            <p:ph idx="3" type="body"/>
          </p:nvPr>
        </p:nvSpPr>
        <p:spPr>
          <a:xfrm>
            <a:off x="3156824" y="1440180"/>
            <a:ext cx="260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1" name="Google Shape;241;p47"/>
          <p:cNvSpPr txBox="1"/>
          <p:nvPr>
            <p:ph idx="4" type="body"/>
          </p:nvPr>
        </p:nvSpPr>
        <p:spPr>
          <a:xfrm>
            <a:off x="3156347" y="1200150"/>
            <a:ext cx="26028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2" name="Google Shape;242;p47"/>
          <p:cNvSpPr txBox="1"/>
          <p:nvPr>
            <p:ph idx="5" type="body"/>
          </p:nvPr>
        </p:nvSpPr>
        <p:spPr>
          <a:xfrm>
            <a:off x="6035040" y="1440180"/>
            <a:ext cx="260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3" name="Google Shape;243;p47"/>
          <p:cNvSpPr txBox="1"/>
          <p:nvPr>
            <p:ph idx="6" type="body"/>
          </p:nvPr>
        </p:nvSpPr>
        <p:spPr>
          <a:xfrm>
            <a:off x="6035040" y="1200150"/>
            <a:ext cx="26028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4" name="Google Shape;244;p47"/>
          <p:cNvSpPr txBox="1"/>
          <p:nvPr>
            <p:ph idx="7"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w/Subheading">
  <p:cSld name="Large Statement w/Subheading">
    <p:spTree>
      <p:nvGrpSpPr>
        <p:cNvPr id="245" name="Shape 245"/>
        <p:cNvGrpSpPr/>
        <p:nvPr/>
      </p:nvGrpSpPr>
      <p:grpSpPr>
        <a:xfrm>
          <a:off x="0" y="0"/>
          <a:ext cx="0" cy="0"/>
          <a:chOff x="0" y="0"/>
          <a:chExt cx="0" cy="0"/>
        </a:xfrm>
      </p:grpSpPr>
      <p:sp>
        <p:nvSpPr>
          <p:cNvPr id="246" name="Google Shape;246;p48"/>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247" name="Google Shape;247;p48"/>
          <p:cNvSpPr txBox="1"/>
          <p:nvPr>
            <p:ph idx="1" type="body"/>
          </p:nvPr>
        </p:nvSpPr>
        <p:spPr>
          <a:xfrm>
            <a:off x="3154679" y="2263140"/>
            <a:ext cx="4526400" cy="1509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8" name="Google Shape;248;p48"/>
          <p:cNvSpPr txBox="1"/>
          <p:nvPr>
            <p:ph idx="2" type="body"/>
          </p:nvPr>
        </p:nvSpPr>
        <p:spPr>
          <a:xfrm>
            <a:off x="3154679" y="2057400"/>
            <a:ext cx="452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a:ea typeface="Arial"/>
                <a:cs typeface="Arial"/>
                <a:sym typeface="Arial"/>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9" name="Google Shape;249;p48"/>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250" name="Google Shape;250;p48"/>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heading and Text left">
  <p:cSld name="Subheading and Text left">
    <p:spTree>
      <p:nvGrpSpPr>
        <p:cNvPr id="251" name="Shape 251"/>
        <p:cNvGrpSpPr/>
        <p:nvPr/>
      </p:nvGrpSpPr>
      <p:grpSpPr>
        <a:xfrm>
          <a:off x="0" y="0"/>
          <a:ext cx="0" cy="0"/>
          <a:chOff x="0" y="0"/>
          <a:chExt cx="0" cy="0"/>
        </a:xfrm>
      </p:grpSpPr>
      <p:sp>
        <p:nvSpPr>
          <p:cNvPr id="252" name="Google Shape;252;p49"/>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49"/>
          <p:cNvSpPr txBox="1"/>
          <p:nvPr>
            <p:ph idx="1" type="body"/>
          </p:nvPr>
        </p:nvSpPr>
        <p:spPr>
          <a:xfrm>
            <a:off x="274321" y="1440180"/>
            <a:ext cx="260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4" name="Google Shape;254;p49"/>
          <p:cNvSpPr txBox="1"/>
          <p:nvPr>
            <p:ph idx="2" type="body"/>
          </p:nvPr>
        </p:nvSpPr>
        <p:spPr>
          <a:xfrm>
            <a:off x="273844" y="1200150"/>
            <a:ext cx="26028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5" name="Google Shape;255;p49"/>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Left">
  <p:cSld name="Content Left">
    <p:spTree>
      <p:nvGrpSpPr>
        <p:cNvPr id="256" name="Shape 256"/>
        <p:cNvGrpSpPr/>
        <p:nvPr/>
      </p:nvGrpSpPr>
      <p:grpSpPr>
        <a:xfrm>
          <a:off x="0" y="0"/>
          <a:ext cx="0" cy="0"/>
          <a:chOff x="0" y="0"/>
          <a:chExt cx="0" cy="0"/>
        </a:xfrm>
      </p:grpSpPr>
      <p:sp>
        <p:nvSpPr>
          <p:cNvPr id="257" name="Google Shape;257;p50"/>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58" name="Google Shape;258;p50"/>
          <p:cNvSpPr txBox="1"/>
          <p:nvPr>
            <p:ph idx="1" type="body"/>
          </p:nvPr>
        </p:nvSpPr>
        <p:spPr>
          <a:xfrm>
            <a:off x="273844" y="2571750"/>
            <a:ext cx="3566400" cy="1641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1"/>
              </a:buClr>
              <a:buSzPts val="1100"/>
              <a:buNone/>
              <a:defRPr b="0" i="0" sz="1100">
                <a:solidFill>
                  <a:schemeClr val="accent1"/>
                </a:solidFill>
                <a:latin typeface="Arial"/>
                <a:ea typeface="Arial"/>
                <a:cs typeface="Arial"/>
                <a:sym typeface="Aria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9" name="Google Shape;259;p50"/>
          <p:cNvSpPr txBox="1"/>
          <p:nvPr>
            <p:ph idx="2" type="body"/>
          </p:nvPr>
        </p:nvSpPr>
        <p:spPr>
          <a:xfrm>
            <a:off x="273843" y="2777490"/>
            <a:ext cx="3568200" cy="14403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0" name="Google Shape;260;p50"/>
          <p:cNvSpPr txBox="1"/>
          <p:nvPr>
            <p:ph type="title"/>
          </p:nvPr>
        </p:nvSpPr>
        <p:spPr>
          <a:xfrm>
            <a:off x="274320" y="1200150"/>
            <a:ext cx="3567900" cy="1107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261" name="Google Shape;261;p50"/>
          <p:cNvSpPr txBox="1"/>
          <p:nvPr>
            <p:ph idx="3" type="body"/>
          </p:nvPr>
        </p:nvSpPr>
        <p:spPr>
          <a:xfrm>
            <a:off x="274319" y="822960"/>
            <a:ext cx="16425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rcle Image">
  <p:cSld name="Circle Image">
    <p:spTree>
      <p:nvGrpSpPr>
        <p:cNvPr id="262" name="Shape 262"/>
        <p:cNvGrpSpPr/>
        <p:nvPr/>
      </p:nvGrpSpPr>
      <p:grpSpPr>
        <a:xfrm>
          <a:off x="0" y="0"/>
          <a:ext cx="0" cy="0"/>
          <a:chOff x="0" y="0"/>
          <a:chExt cx="0" cy="0"/>
        </a:xfrm>
      </p:grpSpPr>
      <p:sp>
        <p:nvSpPr>
          <p:cNvPr id="263" name="Google Shape;263;p51"/>
          <p:cNvSpPr/>
          <p:nvPr>
            <p:ph idx="2" type="pic"/>
          </p:nvPr>
        </p:nvSpPr>
        <p:spPr>
          <a:xfrm>
            <a:off x="5073254" y="822960"/>
            <a:ext cx="3566400" cy="3566400"/>
          </a:xfrm>
          <a:prstGeom prst="ellipse">
            <a:avLst/>
          </a:prstGeom>
          <a:solidFill>
            <a:srgbClr val="F2F2F2"/>
          </a:solidFill>
          <a:ln>
            <a:noFill/>
          </a:ln>
        </p:spPr>
      </p:sp>
      <p:sp>
        <p:nvSpPr>
          <p:cNvPr id="264" name="Google Shape;264;p51"/>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5" name="Google Shape;265;p51"/>
          <p:cNvSpPr txBox="1"/>
          <p:nvPr>
            <p:ph idx="1" type="body"/>
          </p:nvPr>
        </p:nvSpPr>
        <p:spPr>
          <a:xfrm>
            <a:off x="273844" y="2571750"/>
            <a:ext cx="3566400" cy="1641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1"/>
              </a:buClr>
              <a:buSzPts val="1100"/>
              <a:buNone/>
              <a:defRPr b="0" i="0" sz="1100">
                <a:solidFill>
                  <a:schemeClr val="accent1"/>
                </a:solidFill>
                <a:latin typeface="Arial"/>
                <a:ea typeface="Arial"/>
                <a:cs typeface="Arial"/>
                <a:sym typeface="Aria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6" name="Google Shape;266;p51"/>
          <p:cNvSpPr txBox="1"/>
          <p:nvPr>
            <p:ph idx="3" type="body"/>
          </p:nvPr>
        </p:nvSpPr>
        <p:spPr>
          <a:xfrm>
            <a:off x="273843" y="2777490"/>
            <a:ext cx="3568200" cy="14403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7" name="Google Shape;267;p51"/>
          <p:cNvSpPr txBox="1"/>
          <p:nvPr>
            <p:ph type="title"/>
          </p:nvPr>
        </p:nvSpPr>
        <p:spPr>
          <a:xfrm>
            <a:off x="274320" y="1200150"/>
            <a:ext cx="3567900" cy="1107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268" name="Google Shape;268;p51"/>
          <p:cNvSpPr txBox="1"/>
          <p:nvPr>
            <p:ph idx="4" type="body"/>
          </p:nvPr>
        </p:nvSpPr>
        <p:spPr>
          <a:xfrm>
            <a:off x="274319" y="822960"/>
            <a:ext cx="16425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w/Square Image">
  <p:cSld name="1 Column w/Square Image">
    <p:spTree>
      <p:nvGrpSpPr>
        <p:cNvPr id="269" name="Shape 269"/>
        <p:cNvGrpSpPr/>
        <p:nvPr/>
      </p:nvGrpSpPr>
      <p:grpSpPr>
        <a:xfrm>
          <a:off x="0" y="0"/>
          <a:ext cx="0" cy="0"/>
          <a:chOff x="0" y="0"/>
          <a:chExt cx="0" cy="0"/>
        </a:xfrm>
      </p:grpSpPr>
      <p:sp>
        <p:nvSpPr>
          <p:cNvPr id="270" name="Google Shape;270;p52"/>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271" name="Google Shape;271;p52"/>
          <p:cNvSpPr txBox="1"/>
          <p:nvPr>
            <p:ph idx="1" type="body"/>
          </p:nvPr>
        </p:nvSpPr>
        <p:spPr>
          <a:xfrm>
            <a:off x="271463" y="1200149"/>
            <a:ext cx="3570900" cy="3189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2" name="Google Shape;272;p52"/>
          <p:cNvSpPr/>
          <p:nvPr>
            <p:ph idx="2" type="pic"/>
          </p:nvPr>
        </p:nvSpPr>
        <p:spPr>
          <a:xfrm>
            <a:off x="5073254" y="822960"/>
            <a:ext cx="3566400" cy="3566400"/>
          </a:xfrm>
          <a:prstGeom prst="rect">
            <a:avLst/>
          </a:prstGeom>
          <a:solidFill>
            <a:srgbClr val="F2F2F2"/>
          </a:solidFill>
          <a:ln>
            <a:noFill/>
          </a:ln>
        </p:spPr>
      </p:sp>
      <p:sp>
        <p:nvSpPr>
          <p:cNvPr id="273" name="Google Shape;273;p52"/>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Heading, Square Image">
  <p:cSld name="1 Column, Heading, Square Image">
    <p:spTree>
      <p:nvGrpSpPr>
        <p:cNvPr id="274" name="Shape 274"/>
        <p:cNvGrpSpPr/>
        <p:nvPr/>
      </p:nvGrpSpPr>
      <p:grpSpPr>
        <a:xfrm>
          <a:off x="0" y="0"/>
          <a:ext cx="0" cy="0"/>
          <a:chOff x="0" y="0"/>
          <a:chExt cx="0" cy="0"/>
        </a:xfrm>
      </p:grpSpPr>
      <p:sp>
        <p:nvSpPr>
          <p:cNvPr id="275" name="Google Shape;275;p53"/>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276" name="Google Shape;276;p53"/>
          <p:cNvSpPr/>
          <p:nvPr>
            <p:ph idx="2" type="pic"/>
          </p:nvPr>
        </p:nvSpPr>
        <p:spPr>
          <a:xfrm>
            <a:off x="5073254" y="822960"/>
            <a:ext cx="3565500" cy="3566400"/>
          </a:xfrm>
          <a:prstGeom prst="rect">
            <a:avLst/>
          </a:prstGeom>
          <a:solidFill>
            <a:srgbClr val="F2F2F2"/>
          </a:solidFill>
          <a:ln>
            <a:noFill/>
          </a:ln>
        </p:spPr>
      </p:sp>
      <p:sp>
        <p:nvSpPr>
          <p:cNvPr id="277" name="Google Shape;277;p53"/>
          <p:cNvSpPr txBox="1"/>
          <p:nvPr>
            <p:ph idx="1" type="body"/>
          </p:nvPr>
        </p:nvSpPr>
        <p:spPr>
          <a:xfrm>
            <a:off x="274320" y="1440180"/>
            <a:ext cx="3567900" cy="2949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8" name="Google Shape;278;p53"/>
          <p:cNvSpPr txBox="1"/>
          <p:nvPr>
            <p:ph idx="3" type="body"/>
          </p:nvPr>
        </p:nvSpPr>
        <p:spPr>
          <a:xfrm>
            <a:off x="273844" y="1200149"/>
            <a:ext cx="35679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9" name="Google Shape;279;p53"/>
          <p:cNvSpPr txBox="1"/>
          <p:nvPr>
            <p:ph idx="4"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w/Large Image">
  <p:cSld name="1 Column w/Large Image">
    <p:spTree>
      <p:nvGrpSpPr>
        <p:cNvPr id="280" name="Shape 280"/>
        <p:cNvGrpSpPr/>
        <p:nvPr/>
      </p:nvGrpSpPr>
      <p:grpSpPr>
        <a:xfrm>
          <a:off x="0" y="0"/>
          <a:ext cx="0" cy="0"/>
          <a:chOff x="0" y="0"/>
          <a:chExt cx="0" cy="0"/>
        </a:xfrm>
      </p:grpSpPr>
      <p:sp>
        <p:nvSpPr>
          <p:cNvPr id="281" name="Google Shape;281;p54"/>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282" name="Google Shape;282;p54"/>
          <p:cNvSpPr/>
          <p:nvPr>
            <p:ph idx="2" type="pic"/>
          </p:nvPr>
        </p:nvSpPr>
        <p:spPr>
          <a:xfrm>
            <a:off x="3154680" y="822960"/>
            <a:ext cx="5486400" cy="3602700"/>
          </a:xfrm>
          <a:prstGeom prst="rect">
            <a:avLst/>
          </a:prstGeom>
          <a:solidFill>
            <a:srgbClr val="F2F2F2"/>
          </a:solidFill>
          <a:ln>
            <a:noFill/>
          </a:ln>
        </p:spPr>
      </p:sp>
      <p:sp>
        <p:nvSpPr>
          <p:cNvPr id="283" name="Google Shape;283;p54"/>
          <p:cNvSpPr txBox="1"/>
          <p:nvPr>
            <p:ph idx="1" type="body"/>
          </p:nvPr>
        </p:nvSpPr>
        <p:spPr>
          <a:xfrm>
            <a:off x="274321" y="1200150"/>
            <a:ext cx="2606100" cy="305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4" name="Google Shape;284;p54"/>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w/Large Image, Subheading">
  <p:cSld name="1 Column w/Large Image, Subheading">
    <p:spTree>
      <p:nvGrpSpPr>
        <p:cNvPr id="285" name="Shape 285"/>
        <p:cNvGrpSpPr/>
        <p:nvPr/>
      </p:nvGrpSpPr>
      <p:grpSpPr>
        <a:xfrm>
          <a:off x="0" y="0"/>
          <a:ext cx="0" cy="0"/>
          <a:chOff x="0" y="0"/>
          <a:chExt cx="0" cy="0"/>
        </a:xfrm>
      </p:grpSpPr>
      <p:sp>
        <p:nvSpPr>
          <p:cNvPr id="286" name="Google Shape;286;p55"/>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287" name="Google Shape;287;p55"/>
          <p:cNvSpPr/>
          <p:nvPr>
            <p:ph idx="2" type="pic"/>
          </p:nvPr>
        </p:nvSpPr>
        <p:spPr>
          <a:xfrm>
            <a:off x="3154680" y="822960"/>
            <a:ext cx="5486400" cy="3602700"/>
          </a:xfrm>
          <a:prstGeom prst="rect">
            <a:avLst/>
          </a:prstGeom>
          <a:solidFill>
            <a:srgbClr val="F2F2F2"/>
          </a:solidFill>
          <a:ln>
            <a:noFill/>
          </a:ln>
        </p:spPr>
      </p:sp>
      <p:sp>
        <p:nvSpPr>
          <p:cNvPr id="288" name="Google Shape;288;p55"/>
          <p:cNvSpPr txBox="1"/>
          <p:nvPr>
            <p:ph idx="1" type="body"/>
          </p:nvPr>
        </p:nvSpPr>
        <p:spPr>
          <a:xfrm>
            <a:off x="274321" y="1440180"/>
            <a:ext cx="260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9" name="Google Shape;289;p55"/>
          <p:cNvSpPr txBox="1"/>
          <p:nvPr>
            <p:ph idx="3" type="body"/>
          </p:nvPr>
        </p:nvSpPr>
        <p:spPr>
          <a:xfrm>
            <a:off x="273844" y="1200150"/>
            <a:ext cx="26028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0" name="Google Shape;290;p55"/>
          <p:cNvSpPr txBox="1"/>
          <p:nvPr>
            <p:ph idx="4"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1" name="Google Shape;291;p55"/>
          <p:cNvSpPr txBox="1"/>
          <p:nvPr>
            <p:ph idx="5"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w/Image">
  <p:cSld name="2 Column w/Image">
    <p:spTree>
      <p:nvGrpSpPr>
        <p:cNvPr id="292" name="Shape 292"/>
        <p:cNvGrpSpPr/>
        <p:nvPr/>
      </p:nvGrpSpPr>
      <p:grpSpPr>
        <a:xfrm>
          <a:off x="0" y="0"/>
          <a:ext cx="0" cy="0"/>
          <a:chOff x="0" y="0"/>
          <a:chExt cx="0" cy="0"/>
        </a:xfrm>
      </p:grpSpPr>
      <p:sp>
        <p:nvSpPr>
          <p:cNvPr id="293" name="Google Shape;293;p56"/>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294" name="Google Shape;294;p56"/>
          <p:cNvSpPr/>
          <p:nvPr>
            <p:ph idx="2" type="pic"/>
          </p:nvPr>
        </p:nvSpPr>
        <p:spPr>
          <a:xfrm>
            <a:off x="4115275" y="1200150"/>
            <a:ext cx="4528500" cy="3225300"/>
          </a:xfrm>
          <a:prstGeom prst="rect">
            <a:avLst/>
          </a:prstGeom>
          <a:solidFill>
            <a:srgbClr val="F2F2F2"/>
          </a:solidFill>
          <a:ln>
            <a:noFill/>
          </a:ln>
        </p:spPr>
      </p:sp>
      <p:sp>
        <p:nvSpPr>
          <p:cNvPr id="295" name="Google Shape;295;p56"/>
          <p:cNvSpPr txBox="1"/>
          <p:nvPr>
            <p:ph idx="1" type="body"/>
          </p:nvPr>
        </p:nvSpPr>
        <p:spPr>
          <a:xfrm>
            <a:off x="274321" y="1200150"/>
            <a:ext cx="1645800" cy="305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6" name="Google Shape;296;p56"/>
          <p:cNvSpPr txBox="1"/>
          <p:nvPr>
            <p:ph idx="3" type="body"/>
          </p:nvPr>
        </p:nvSpPr>
        <p:spPr>
          <a:xfrm>
            <a:off x="2194560" y="1200150"/>
            <a:ext cx="1645800" cy="305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7" name="Google Shape;297;p56"/>
          <p:cNvSpPr txBox="1"/>
          <p:nvPr>
            <p:ph idx="4"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8" name="Google Shape;298;p56"/>
          <p:cNvSpPr txBox="1"/>
          <p:nvPr>
            <p:ph idx="5"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Headings, Image">
  <p:cSld name="2 Column, Headings, Image">
    <p:spTree>
      <p:nvGrpSpPr>
        <p:cNvPr id="299" name="Shape 299"/>
        <p:cNvGrpSpPr/>
        <p:nvPr/>
      </p:nvGrpSpPr>
      <p:grpSpPr>
        <a:xfrm>
          <a:off x="0" y="0"/>
          <a:ext cx="0" cy="0"/>
          <a:chOff x="0" y="0"/>
          <a:chExt cx="0" cy="0"/>
        </a:xfrm>
      </p:grpSpPr>
      <p:sp>
        <p:nvSpPr>
          <p:cNvPr id="300" name="Google Shape;300;p57"/>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301" name="Google Shape;301;p57"/>
          <p:cNvSpPr/>
          <p:nvPr>
            <p:ph idx="2" type="pic"/>
          </p:nvPr>
        </p:nvSpPr>
        <p:spPr>
          <a:xfrm>
            <a:off x="4115275" y="1200150"/>
            <a:ext cx="4528500" cy="3225300"/>
          </a:xfrm>
          <a:prstGeom prst="rect">
            <a:avLst/>
          </a:prstGeom>
          <a:solidFill>
            <a:srgbClr val="F2F2F2"/>
          </a:solidFill>
          <a:ln>
            <a:noFill/>
          </a:ln>
        </p:spPr>
      </p:sp>
      <p:sp>
        <p:nvSpPr>
          <p:cNvPr id="302" name="Google Shape;302;p57"/>
          <p:cNvSpPr txBox="1"/>
          <p:nvPr>
            <p:ph idx="1" type="body"/>
          </p:nvPr>
        </p:nvSpPr>
        <p:spPr>
          <a:xfrm>
            <a:off x="274321" y="1440180"/>
            <a:ext cx="16458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3" name="Google Shape;303;p57"/>
          <p:cNvSpPr txBox="1"/>
          <p:nvPr>
            <p:ph idx="3" type="body"/>
          </p:nvPr>
        </p:nvSpPr>
        <p:spPr>
          <a:xfrm>
            <a:off x="273844" y="1200150"/>
            <a:ext cx="16458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4" name="Google Shape;304;p57"/>
          <p:cNvSpPr txBox="1"/>
          <p:nvPr>
            <p:ph idx="4" type="body"/>
          </p:nvPr>
        </p:nvSpPr>
        <p:spPr>
          <a:xfrm>
            <a:off x="2191226" y="1440180"/>
            <a:ext cx="16458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5" name="Google Shape;305;p57"/>
          <p:cNvSpPr txBox="1"/>
          <p:nvPr>
            <p:ph idx="5" type="body"/>
          </p:nvPr>
        </p:nvSpPr>
        <p:spPr>
          <a:xfrm>
            <a:off x="2194560" y="1200150"/>
            <a:ext cx="16458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6" name="Google Shape;306;p57"/>
          <p:cNvSpPr txBox="1"/>
          <p:nvPr>
            <p:ph idx="6"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7" name="Google Shape;307;p57"/>
          <p:cNvSpPr txBox="1"/>
          <p:nvPr>
            <p:ph idx="7"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w/Image">
  <p:cSld name="Large Statement w/Image">
    <p:spTree>
      <p:nvGrpSpPr>
        <p:cNvPr id="308" name="Shape 308"/>
        <p:cNvGrpSpPr/>
        <p:nvPr/>
      </p:nvGrpSpPr>
      <p:grpSpPr>
        <a:xfrm>
          <a:off x="0" y="0"/>
          <a:ext cx="0" cy="0"/>
          <a:chOff x="0" y="0"/>
          <a:chExt cx="0" cy="0"/>
        </a:xfrm>
      </p:grpSpPr>
      <p:sp>
        <p:nvSpPr>
          <p:cNvPr id="309" name="Google Shape;309;p58"/>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310" name="Google Shape;310;p58"/>
          <p:cNvSpPr/>
          <p:nvPr>
            <p:ph idx="2" type="pic"/>
          </p:nvPr>
        </p:nvSpPr>
        <p:spPr>
          <a:xfrm>
            <a:off x="271463" y="1200150"/>
            <a:ext cx="4300500" cy="3054000"/>
          </a:xfrm>
          <a:prstGeom prst="rect">
            <a:avLst/>
          </a:prstGeom>
          <a:solidFill>
            <a:srgbClr val="F2F2F2"/>
          </a:solidFill>
          <a:ln>
            <a:noFill/>
          </a:ln>
        </p:spPr>
      </p:sp>
      <p:sp>
        <p:nvSpPr>
          <p:cNvPr id="311" name="Google Shape;311;p58"/>
          <p:cNvSpPr txBox="1"/>
          <p:nvPr>
            <p:ph idx="1" type="body"/>
          </p:nvPr>
        </p:nvSpPr>
        <p:spPr>
          <a:xfrm>
            <a:off x="5074920" y="2777490"/>
            <a:ext cx="3575100" cy="12003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000"/>
              <a:buNone/>
              <a:defRPr sz="10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2" name="Google Shape;312;p58"/>
          <p:cNvSpPr txBox="1"/>
          <p:nvPr>
            <p:ph idx="3" type="body"/>
          </p:nvPr>
        </p:nvSpPr>
        <p:spPr>
          <a:xfrm>
            <a:off x="5074920" y="2574500"/>
            <a:ext cx="356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a:ea typeface="Arial"/>
                <a:cs typeface="Arial"/>
                <a:sym typeface="Arial"/>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3" name="Google Shape;313;p58"/>
          <p:cNvSpPr txBox="1"/>
          <p:nvPr>
            <p:ph idx="4"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4" name="Google Shape;314;p58"/>
          <p:cNvSpPr txBox="1"/>
          <p:nvPr>
            <p:ph type="title"/>
          </p:nvPr>
        </p:nvSpPr>
        <p:spPr>
          <a:xfrm>
            <a:off x="5073254" y="1200150"/>
            <a:ext cx="3566400" cy="1107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315" name="Google Shape;315;p58"/>
          <p:cNvSpPr txBox="1"/>
          <p:nvPr>
            <p:ph idx="5"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mages w/ Text">
  <p:cSld name="3 Images w/ Text">
    <p:spTree>
      <p:nvGrpSpPr>
        <p:cNvPr id="316" name="Shape 316"/>
        <p:cNvGrpSpPr/>
        <p:nvPr/>
      </p:nvGrpSpPr>
      <p:grpSpPr>
        <a:xfrm>
          <a:off x="0" y="0"/>
          <a:ext cx="0" cy="0"/>
          <a:chOff x="0" y="0"/>
          <a:chExt cx="0" cy="0"/>
        </a:xfrm>
      </p:grpSpPr>
      <p:sp>
        <p:nvSpPr>
          <p:cNvPr id="317" name="Google Shape;317;p59"/>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318" name="Google Shape;318;p59"/>
          <p:cNvSpPr txBox="1"/>
          <p:nvPr>
            <p:ph idx="1" type="body"/>
          </p:nvPr>
        </p:nvSpPr>
        <p:spPr>
          <a:xfrm>
            <a:off x="271463"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9" name="Google Shape;319;p59"/>
          <p:cNvSpPr txBox="1"/>
          <p:nvPr>
            <p:ph idx="2" type="body"/>
          </p:nvPr>
        </p:nvSpPr>
        <p:spPr>
          <a:xfrm>
            <a:off x="271463"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0" name="Google Shape;320;p59"/>
          <p:cNvSpPr/>
          <p:nvPr>
            <p:ph idx="3" type="pic"/>
          </p:nvPr>
        </p:nvSpPr>
        <p:spPr>
          <a:xfrm>
            <a:off x="271463" y="1200150"/>
            <a:ext cx="2606100" cy="1714500"/>
          </a:xfrm>
          <a:prstGeom prst="rect">
            <a:avLst/>
          </a:prstGeom>
          <a:solidFill>
            <a:srgbClr val="F2F2F2"/>
          </a:solidFill>
          <a:ln>
            <a:noFill/>
          </a:ln>
        </p:spPr>
      </p:sp>
      <p:sp>
        <p:nvSpPr>
          <p:cNvPr id="321" name="Google Shape;321;p59"/>
          <p:cNvSpPr txBox="1"/>
          <p:nvPr>
            <p:ph idx="4" type="body"/>
          </p:nvPr>
        </p:nvSpPr>
        <p:spPr>
          <a:xfrm>
            <a:off x="3152775"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2" name="Google Shape;322;p59"/>
          <p:cNvSpPr txBox="1"/>
          <p:nvPr>
            <p:ph idx="5" type="body"/>
          </p:nvPr>
        </p:nvSpPr>
        <p:spPr>
          <a:xfrm>
            <a:off x="3152775"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3" name="Google Shape;323;p59"/>
          <p:cNvSpPr/>
          <p:nvPr>
            <p:ph idx="6" type="pic"/>
          </p:nvPr>
        </p:nvSpPr>
        <p:spPr>
          <a:xfrm>
            <a:off x="3152775" y="1200150"/>
            <a:ext cx="2606100" cy="1714500"/>
          </a:xfrm>
          <a:prstGeom prst="rect">
            <a:avLst/>
          </a:prstGeom>
          <a:solidFill>
            <a:srgbClr val="F2F2F2"/>
          </a:solidFill>
          <a:ln>
            <a:noFill/>
          </a:ln>
        </p:spPr>
      </p:sp>
      <p:sp>
        <p:nvSpPr>
          <p:cNvPr id="324" name="Google Shape;324;p59"/>
          <p:cNvSpPr txBox="1"/>
          <p:nvPr>
            <p:ph idx="7" type="body"/>
          </p:nvPr>
        </p:nvSpPr>
        <p:spPr>
          <a:xfrm>
            <a:off x="6034088"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5" name="Google Shape;325;p59"/>
          <p:cNvSpPr txBox="1"/>
          <p:nvPr>
            <p:ph idx="8" type="body"/>
          </p:nvPr>
        </p:nvSpPr>
        <p:spPr>
          <a:xfrm>
            <a:off x="6034088"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6" name="Google Shape;326;p59"/>
          <p:cNvSpPr/>
          <p:nvPr>
            <p:ph idx="9" type="pic"/>
          </p:nvPr>
        </p:nvSpPr>
        <p:spPr>
          <a:xfrm>
            <a:off x="6034088" y="1200150"/>
            <a:ext cx="2606100" cy="1714500"/>
          </a:xfrm>
          <a:prstGeom prst="rect">
            <a:avLst/>
          </a:prstGeom>
          <a:solidFill>
            <a:srgbClr val="F2F2F2"/>
          </a:solidFill>
          <a:ln>
            <a:noFill/>
          </a:ln>
        </p:spPr>
      </p:sp>
      <p:sp>
        <p:nvSpPr>
          <p:cNvPr id="327" name="Google Shape;327;p59"/>
          <p:cNvSpPr txBox="1"/>
          <p:nvPr>
            <p:ph idx="13"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8" name="Google Shape;328;p59"/>
          <p:cNvSpPr txBox="1"/>
          <p:nvPr>
            <p:ph idx="14"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w/ Text">
  <p:cSld name="2 Images w/ Text">
    <p:spTree>
      <p:nvGrpSpPr>
        <p:cNvPr id="329" name="Shape 329"/>
        <p:cNvGrpSpPr/>
        <p:nvPr/>
      </p:nvGrpSpPr>
      <p:grpSpPr>
        <a:xfrm>
          <a:off x="0" y="0"/>
          <a:ext cx="0" cy="0"/>
          <a:chOff x="0" y="0"/>
          <a:chExt cx="0" cy="0"/>
        </a:xfrm>
      </p:grpSpPr>
      <p:sp>
        <p:nvSpPr>
          <p:cNvPr id="330" name="Google Shape;330;p60"/>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331" name="Google Shape;331;p60"/>
          <p:cNvSpPr txBox="1"/>
          <p:nvPr>
            <p:ph idx="1" type="body"/>
          </p:nvPr>
        </p:nvSpPr>
        <p:spPr>
          <a:xfrm>
            <a:off x="1234440" y="3531870"/>
            <a:ext cx="3566400" cy="891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2" name="Google Shape;332;p60"/>
          <p:cNvSpPr txBox="1"/>
          <p:nvPr>
            <p:ph idx="2" type="body"/>
          </p:nvPr>
        </p:nvSpPr>
        <p:spPr>
          <a:xfrm>
            <a:off x="1234440" y="3086100"/>
            <a:ext cx="3566400" cy="18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200"/>
              <a:buNone/>
              <a:defRPr sz="1200">
                <a:solidFill>
                  <a:schemeClr val="dk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3" name="Google Shape;333;p60"/>
          <p:cNvSpPr/>
          <p:nvPr>
            <p:ph idx="3" type="pic"/>
          </p:nvPr>
        </p:nvSpPr>
        <p:spPr>
          <a:xfrm>
            <a:off x="1234440" y="1200150"/>
            <a:ext cx="3566400" cy="1714500"/>
          </a:xfrm>
          <a:prstGeom prst="rect">
            <a:avLst/>
          </a:prstGeom>
          <a:solidFill>
            <a:srgbClr val="F2F2F2"/>
          </a:solidFill>
          <a:ln>
            <a:noFill/>
          </a:ln>
        </p:spPr>
      </p:sp>
      <p:sp>
        <p:nvSpPr>
          <p:cNvPr id="334" name="Google Shape;334;p60"/>
          <p:cNvSpPr txBox="1"/>
          <p:nvPr>
            <p:ph idx="4" type="body"/>
          </p:nvPr>
        </p:nvSpPr>
        <p:spPr>
          <a:xfrm>
            <a:off x="5074920" y="3531870"/>
            <a:ext cx="3566400" cy="891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5" name="Google Shape;335;p60"/>
          <p:cNvSpPr txBox="1"/>
          <p:nvPr>
            <p:ph idx="5" type="body"/>
          </p:nvPr>
        </p:nvSpPr>
        <p:spPr>
          <a:xfrm>
            <a:off x="5074920" y="3086100"/>
            <a:ext cx="3566400" cy="18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200"/>
              <a:buNone/>
              <a:defRPr sz="1200">
                <a:solidFill>
                  <a:schemeClr val="dk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6" name="Google Shape;336;p60"/>
          <p:cNvSpPr/>
          <p:nvPr>
            <p:ph idx="6" type="pic"/>
          </p:nvPr>
        </p:nvSpPr>
        <p:spPr>
          <a:xfrm>
            <a:off x="5074920" y="1200150"/>
            <a:ext cx="3566400" cy="1714500"/>
          </a:xfrm>
          <a:prstGeom prst="rect">
            <a:avLst/>
          </a:prstGeom>
          <a:solidFill>
            <a:srgbClr val="F2F2F2"/>
          </a:solidFill>
          <a:ln>
            <a:noFill/>
          </a:ln>
        </p:spPr>
      </p:sp>
      <p:sp>
        <p:nvSpPr>
          <p:cNvPr id="337" name="Google Shape;337;p60"/>
          <p:cNvSpPr txBox="1"/>
          <p:nvPr>
            <p:ph idx="7"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8" name="Google Shape;338;p60"/>
          <p:cNvSpPr txBox="1"/>
          <p:nvPr>
            <p:ph idx="8"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9" name="Google Shape;339;p60"/>
          <p:cNvSpPr txBox="1"/>
          <p:nvPr>
            <p:ph idx="9" type="body"/>
          </p:nvPr>
        </p:nvSpPr>
        <p:spPr>
          <a:xfrm>
            <a:off x="1234440" y="3326130"/>
            <a:ext cx="3566400" cy="1386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900"/>
              <a:buNone/>
              <a:defRPr b="1" i="0" sz="900">
                <a:solidFill>
                  <a:schemeClr val="accent1"/>
                </a:solidFill>
                <a:latin typeface="Arial"/>
                <a:ea typeface="Arial"/>
                <a:cs typeface="Arial"/>
                <a:sym typeface="Arial"/>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0" name="Google Shape;340;p60"/>
          <p:cNvSpPr txBox="1"/>
          <p:nvPr>
            <p:ph idx="13" type="body"/>
          </p:nvPr>
        </p:nvSpPr>
        <p:spPr>
          <a:xfrm>
            <a:off x="5074920" y="3326130"/>
            <a:ext cx="3566400" cy="1386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900"/>
              <a:buNone/>
              <a:defRPr b="1" i="0" sz="900">
                <a:solidFill>
                  <a:schemeClr val="accent1"/>
                </a:solidFill>
                <a:latin typeface="Arial"/>
                <a:ea typeface="Arial"/>
                <a:cs typeface="Arial"/>
                <a:sym typeface="Arial"/>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w/ Text, Headline Above">
  <p:cSld name="2 Images w/ Text, Headline Above">
    <p:spTree>
      <p:nvGrpSpPr>
        <p:cNvPr id="341" name="Shape 341"/>
        <p:cNvGrpSpPr/>
        <p:nvPr/>
      </p:nvGrpSpPr>
      <p:grpSpPr>
        <a:xfrm>
          <a:off x="0" y="0"/>
          <a:ext cx="0" cy="0"/>
          <a:chOff x="0" y="0"/>
          <a:chExt cx="0" cy="0"/>
        </a:xfrm>
      </p:grpSpPr>
      <p:sp>
        <p:nvSpPr>
          <p:cNvPr id="342" name="Google Shape;342;p61"/>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343" name="Google Shape;343;p61"/>
          <p:cNvSpPr txBox="1"/>
          <p:nvPr>
            <p:ph idx="1" type="body"/>
          </p:nvPr>
        </p:nvSpPr>
        <p:spPr>
          <a:xfrm>
            <a:off x="1234440" y="3531870"/>
            <a:ext cx="3566400" cy="891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4" name="Google Shape;344;p61"/>
          <p:cNvSpPr txBox="1"/>
          <p:nvPr>
            <p:ph idx="2" type="body"/>
          </p:nvPr>
        </p:nvSpPr>
        <p:spPr>
          <a:xfrm>
            <a:off x="1234440" y="1200150"/>
            <a:ext cx="3566400" cy="18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200"/>
              <a:buNone/>
              <a:defRPr sz="1200">
                <a:solidFill>
                  <a:schemeClr val="dk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5" name="Google Shape;345;p61"/>
          <p:cNvSpPr/>
          <p:nvPr>
            <p:ph idx="3" type="pic"/>
          </p:nvPr>
        </p:nvSpPr>
        <p:spPr>
          <a:xfrm>
            <a:off x="1234440" y="1508760"/>
            <a:ext cx="3566400" cy="1714500"/>
          </a:xfrm>
          <a:prstGeom prst="rect">
            <a:avLst/>
          </a:prstGeom>
          <a:solidFill>
            <a:srgbClr val="F2F2F2"/>
          </a:solidFill>
          <a:ln>
            <a:noFill/>
          </a:ln>
        </p:spPr>
      </p:sp>
      <p:sp>
        <p:nvSpPr>
          <p:cNvPr id="346" name="Google Shape;346;p61"/>
          <p:cNvSpPr txBox="1"/>
          <p:nvPr>
            <p:ph idx="4" type="body"/>
          </p:nvPr>
        </p:nvSpPr>
        <p:spPr>
          <a:xfrm>
            <a:off x="5074920" y="3531870"/>
            <a:ext cx="3566400" cy="891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7" name="Google Shape;347;p61"/>
          <p:cNvSpPr txBox="1"/>
          <p:nvPr>
            <p:ph idx="5" type="body"/>
          </p:nvPr>
        </p:nvSpPr>
        <p:spPr>
          <a:xfrm>
            <a:off x="5074920" y="1200150"/>
            <a:ext cx="3566400" cy="18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200"/>
              <a:buNone/>
              <a:defRPr sz="1200">
                <a:solidFill>
                  <a:schemeClr val="dk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8" name="Google Shape;348;p61"/>
          <p:cNvSpPr/>
          <p:nvPr>
            <p:ph idx="6" type="pic"/>
          </p:nvPr>
        </p:nvSpPr>
        <p:spPr>
          <a:xfrm>
            <a:off x="5074920" y="1508760"/>
            <a:ext cx="3566400" cy="1714500"/>
          </a:xfrm>
          <a:prstGeom prst="rect">
            <a:avLst/>
          </a:prstGeom>
          <a:solidFill>
            <a:srgbClr val="F2F2F2"/>
          </a:solidFill>
          <a:ln>
            <a:noFill/>
          </a:ln>
        </p:spPr>
      </p:sp>
      <p:sp>
        <p:nvSpPr>
          <p:cNvPr id="349" name="Google Shape;349;p61"/>
          <p:cNvSpPr txBox="1"/>
          <p:nvPr>
            <p:ph idx="7"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0" name="Google Shape;350;p61"/>
          <p:cNvSpPr txBox="1"/>
          <p:nvPr>
            <p:ph idx="8"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1" name="Google Shape;351;p61"/>
          <p:cNvSpPr txBox="1"/>
          <p:nvPr>
            <p:ph idx="9" type="body"/>
          </p:nvPr>
        </p:nvSpPr>
        <p:spPr>
          <a:xfrm>
            <a:off x="1234440" y="3326130"/>
            <a:ext cx="3566400" cy="1386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900"/>
              <a:buNone/>
              <a:defRPr b="1" i="0" sz="900">
                <a:solidFill>
                  <a:schemeClr val="accent1"/>
                </a:solidFill>
                <a:latin typeface="Arial"/>
                <a:ea typeface="Arial"/>
                <a:cs typeface="Arial"/>
                <a:sym typeface="Arial"/>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2" name="Google Shape;352;p61"/>
          <p:cNvSpPr txBox="1"/>
          <p:nvPr>
            <p:ph idx="13" type="body"/>
          </p:nvPr>
        </p:nvSpPr>
        <p:spPr>
          <a:xfrm>
            <a:off x="5074920" y="3326130"/>
            <a:ext cx="3566400" cy="1386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900"/>
              <a:buNone/>
              <a:defRPr b="1" i="0" sz="900">
                <a:solidFill>
                  <a:schemeClr val="accent1"/>
                </a:solidFill>
                <a:latin typeface="Arial"/>
                <a:ea typeface="Arial"/>
                <a:cs typeface="Arial"/>
                <a:sym typeface="Arial"/>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w/ Text Right">
  <p:cSld name="2 Images w/ Text Right">
    <p:spTree>
      <p:nvGrpSpPr>
        <p:cNvPr id="353" name="Shape 353"/>
        <p:cNvGrpSpPr/>
        <p:nvPr/>
      </p:nvGrpSpPr>
      <p:grpSpPr>
        <a:xfrm>
          <a:off x="0" y="0"/>
          <a:ext cx="0" cy="0"/>
          <a:chOff x="0" y="0"/>
          <a:chExt cx="0" cy="0"/>
        </a:xfrm>
      </p:grpSpPr>
      <p:sp>
        <p:nvSpPr>
          <p:cNvPr id="354" name="Google Shape;354;p62"/>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355" name="Google Shape;355;p62"/>
          <p:cNvSpPr txBox="1"/>
          <p:nvPr>
            <p:ph idx="1" type="body"/>
          </p:nvPr>
        </p:nvSpPr>
        <p:spPr>
          <a:xfrm>
            <a:off x="5073254" y="1028700"/>
            <a:ext cx="3570900" cy="14403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6" name="Google Shape;356;p62"/>
          <p:cNvSpPr txBox="1"/>
          <p:nvPr>
            <p:ph idx="2" type="body"/>
          </p:nvPr>
        </p:nvSpPr>
        <p:spPr>
          <a:xfrm>
            <a:off x="5073254" y="822960"/>
            <a:ext cx="35709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7" name="Google Shape;357;p62"/>
          <p:cNvSpPr/>
          <p:nvPr>
            <p:ph idx="3" type="pic"/>
          </p:nvPr>
        </p:nvSpPr>
        <p:spPr>
          <a:xfrm>
            <a:off x="2192178" y="822960"/>
            <a:ext cx="2606100" cy="1645800"/>
          </a:xfrm>
          <a:prstGeom prst="rect">
            <a:avLst/>
          </a:prstGeom>
          <a:solidFill>
            <a:srgbClr val="F2F2F2"/>
          </a:solidFill>
          <a:ln>
            <a:noFill/>
          </a:ln>
        </p:spPr>
      </p:sp>
      <p:sp>
        <p:nvSpPr>
          <p:cNvPr id="358" name="Google Shape;358;p62"/>
          <p:cNvSpPr txBox="1"/>
          <p:nvPr>
            <p:ph idx="4"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9" name="Google Shape;359;p62"/>
          <p:cNvSpPr txBox="1"/>
          <p:nvPr>
            <p:ph idx="5"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0" name="Google Shape;360;p62"/>
          <p:cNvSpPr/>
          <p:nvPr>
            <p:ph idx="6" type="pic"/>
          </p:nvPr>
        </p:nvSpPr>
        <p:spPr>
          <a:xfrm>
            <a:off x="2192178" y="2743200"/>
            <a:ext cx="2606100" cy="1645800"/>
          </a:xfrm>
          <a:prstGeom prst="rect">
            <a:avLst/>
          </a:prstGeom>
          <a:solidFill>
            <a:srgbClr val="F2F2F2"/>
          </a:solidFill>
          <a:ln>
            <a:noFill/>
          </a:ln>
        </p:spPr>
      </p:sp>
      <p:sp>
        <p:nvSpPr>
          <p:cNvPr id="361" name="Google Shape;361;p62"/>
          <p:cNvSpPr txBox="1"/>
          <p:nvPr>
            <p:ph idx="7" type="body"/>
          </p:nvPr>
        </p:nvSpPr>
        <p:spPr>
          <a:xfrm>
            <a:off x="5073254" y="2948940"/>
            <a:ext cx="3570900" cy="14403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2" name="Google Shape;362;p62"/>
          <p:cNvSpPr txBox="1"/>
          <p:nvPr>
            <p:ph idx="8" type="body"/>
          </p:nvPr>
        </p:nvSpPr>
        <p:spPr>
          <a:xfrm>
            <a:off x="5073254" y="2743200"/>
            <a:ext cx="35709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Left, Content Right">
  <p:cSld name="Image Left, Content Right">
    <p:spTree>
      <p:nvGrpSpPr>
        <p:cNvPr id="363" name="Shape 363"/>
        <p:cNvGrpSpPr/>
        <p:nvPr/>
      </p:nvGrpSpPr>
      <p:grpSpPr>
        <a:xfrm>
          <a:off x="0" y="0"/>
          <a:ext cx="0" cy="0"/>
          <a:chOff x="0" y="0"/>
          <a:chExt cx="0" cy="0"/>
        </a:xfrm>
      </p:grpSpPr>
      <p:sp>
        <p:nvSpPr>
          <p:cNvPr id="364" name="Google Shape;364;p63"/>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65" name="Google Shape;365;p63"/>
          <p:cNvSpPr txBox="1"/>
          <p:nvPr>
            <p:ph idx="1" type="body"/>
          </p:nvPr>
        </p:nvSpPr>
        <p:spPr>
          <a:xfrm>
            <a:off x="4114800" y="1440180"/>
            <a:ext cx="45264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6" name="Google Shape;366;p63"/>
          <p:cNvSpPr txBox="1"/>
          <p:nvPr>
            <p:ph idx="2" type="body"/>
          </p:nvPr>
        </p:nvSpPr>
        <p:spPr>
          <a:xfrm>
            <a:off x="4114800" y="1200150"/>
            <a:ext cx="452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100"/>
              <a:buNone/>
              <a:defRPr sz="1100">
                <a:solidFill>
                  <a:schemeClr val="dk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7" name="Google Shape;367;p63"/>
          <p:cNvSpPr txBox="1"/>
          <p:nvPr>
            <p:ph idx="3"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8" name="Google Shape;368;p63"/>
          <p:cNvSpPr txBox="1"/>
          <p:nvPr>
            <p:ph idx="4"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9" name="Google Shape;369;p63"/>
          <p:cNvSpPr/>
          <p:nvPr>
            <p:ph idx="5" type="pic"/>
          </p:nvPr>
        </p:nvSpPr>
        <p:spPr>
          <a:xfrm>
            <a:off x="271463" y="1200150"/>
            <a:ext cx="3566400" cy="3051600"/>
          </a:xfrm>
          <a:prstGeom prst="rect">
            <a:avLst/>
          </a:prstGeom>
          <a:solidFill>
            <a:srgbClr val="F2F2F2"/>
          </a:solid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Heading Left, Content Right">
  <p:cSld name="Image w/Heading Left, Content Right">
    <p:spTree>
      <p:nvGrpSpPr>
        <p:cNvPr id="370" name="Shape 370"/>
        <p:cNvGrpSpPr/>
        <p:nvPr/>
      </p:nvGrpSpPr>
      <p:grpSpPr>
        <a:xfrm>
          <a:off x="0" y="0"/>
          <a:ext cx="0" cy="0"/>
          <a:chOff x="0" y="0"/>
          <a:chExt cx="0" cy="0"/>
        </a:xfrm>
      </p:grpSpPr>
      <p:sp>
        <p:nvSpPr>
          <p:cNvPr id="371" name="Google Shape;371;p64"/>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72" name="Google Shape;372;p64"/>
          <p:cNvSpPr txBox="1"/>
          <p:nvPr>
            <p:ph idx="1" type="body"/>
          </p:nvPr>
        </p:nvSpPr>
        <p:spPr>
          <a:xfrm>
            <a:off x="4114800" y="1200149"/>
            <a:ext cx="35664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3" name="Google Shape;373;p64"/>
          <p:cNvSpPr txBox="1"/>
          <p:nvPr>
            <p:ph idx="2" type="body"/>
          </p:nvPr>
        </p:nvSpPr>
        <p:spPr>
          <a:xfrm>
            <a:off x="271463" y="3909060"/>
            <a:ext cx="356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1100"/>
              <a:buNone/>
              <a:defRPr sz="1100">
                <a:solidFill>
                  <a:schemeClr val="dk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4" name="Google Shape;374;p64"/>
          <p:cNvSpPr txBox="1"/>
          <p:nvPr>
            <p:ph idx="3"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5" name="Google Shape;375;p64"/>
          <p:cNvSpPr txBox="1"/>
          <p:nvPr>
            <p:ph idx="4"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6" name="Google Shape;376;p64"/>
          <p:cNvSpPr/>
          <p:nvPr>
            <p:ph idx="5" type="pic"/>
          </p:nvPr>
        </p:nvSpPr>
        <p:spPr>
          <a:xfrm>
            <a:off x="271463" y="1200150"/>
            <a:ext cx="3566400" cy="2571900"/>
          </a:xfrm>
          <a:prstGeom prst="rect">
            <a:avLst/>
          </a:prstGeom>
          <a:solidFill>
            <a:srgbClr val="F2F2F2"/>
          </a:solidFill>
          <a:ln>
            <a:noFill/>
          </a:ln>
        </p:spPr>
      </p:sp>
      <p:sp>
        <p:nvSpPr>
          <p:cNvPr id="377" name="Google Shape;377;p64"/>
          <p:cNvSpPr txBox="1"/>
          <p:nvPr>
            <p:ph idx="6" type="body"/>
          </p:nvPr>
        </p:nvSpPr>
        <p:spPr>
          <a:xfrm>
            <a:off x="274320" y="4114800"/>
            <a:ext cx="3566400" cy="1407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accent1"/>
              </a:buClr>
              <a:buSzPts val="900"/>
              <a:buNone/>
              <a:defRPr b="1" i="0" sz="900">
                <a:solidFill>
                  <a:schemeClr val="accent1"/>
                </a:solidFill>
                <a:latin typeface="Arial"/>
                <a:ea typeface="Arial"/>
                <a:cs typeface="Arial"/>
                <a:sym typeface="Arial"/>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ircle Images w/ Text">
  <p:cSld name="3 Circle Images w/ Text">
    <p:spTree>
      <p:nvGrpSpPr>
        <p:cNvPr id="378" name="Shape 378"/>
        <p:cNvGrpSpPr/>
        <p:nvPr/>
      </p:nvGrpSpPr>
      <p:grpSpPr>
        <a:xfrm>
          <a:off x="0" y="0"/>
          <a:ext cx="0" cy="0"/>
          <a:chOff x="0" y="0"/>
          <a:chExt cx="0" cy="0"/>
        </a:xfrm>
      </p:grpSpPr>
      <p:sp>
        <p:nvSpPr>
          <p:cNvPr id="379" name="Google Shape;379;p65"/>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380" name="Google Shape;380;p65"/>
          <p:cNvSpPr txBox="1"/>
          <p:nvPr>
            <p:ph idx="1" type="body"/>
          </p:nvPr>
        </p:nvSpPr>
        <p:spPr>
          <a:xfrm>
            <a:off x="271463"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1" name="Google Shape;381;p65"/>
          <p:cNvSpPr txBox="1"/>
          <p:nvPr>
            <p:ph idx="2" type="body"/>
          </p:nvPr>
        </p:nvSpPr>
        <p:spPr>
          <a:xfrm>
            <a:off x="271463"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2" name="Google Shape;382;p65"/>
          <p:cNvSpPr/>
          <p:nvPr>
            <p:ph idx="3" type="pic"/>
          </p:nvPr>
        </p:nvSpPr>
        <p:spPr>
          <a:xfrm>
            <a:off x="271463" y="1543050"/>
            <a:ext cx="1371600" cy="1371600"/>
          </a:xfrm>
          <a:prstGeom prst="ellipse">
            <a:avLst/>
          </a:prstGeom>
          <a:solidFill>
            <a:srgbClr val="F2F2F2"/>
          </a:solidFill>
          <a:ln>
            <a:noFill/>
          </a:ln>
        </p:spPr>
      </p:sp>
      <p:sp>
        <p:nvSpPr>
          <p:cNvPr id="383" name="Google Shape;383;p65"/>
          <p:cNvSpPr txBox="1"/>
          <p:nvPr>
            <p:ph idx="4" type="body"/>
          </p:nvPr>
        </p:nvSpPr>
        <p:spPr>
          <a:xfrm>
            <a:off x="3152775"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4" name="Google Shape;384;p65"/>
          <p:cNvSpPr txBox="1"/>
          <p:nvPr>
            <p:ph idx="5" type="body"/>
          </p:nvPr>
        </p:nvSpPr>
        <p:spPr>
          <a:xfrm>
            <a:off x="3152775"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5" name="Google Shape;385;p65"/>
          <p:cNvSpPr/>
          <p:nvPr>
            <p:ph idx="6" type="pic"/>
          </p:nvPr>
        </p:nvSpPr>
        <p:spPr>
          <a:xfrm>
            <a:off x="3152775" y="1543050"/>
            <a:ext cx="1371600" cy="1371600"/>
          </a:xfrm>
          <a:prstGeom prst="ellipse">
            <a:avLst/>
          </a:prstGeom>
          <a:solidFill>
            <a:srgbClr val="F2F2F2"/>
          </a:solidFill>
          <a:ln>
            <a:noFill/>
          </a:ln>
        </p:spPr>
      </p:sp>
      <p:sp>
        <p:nvSpPr>
          <p:cNvPr id="386" name="Google Shape;386;p65"/>
          <p:cNvSpPr txBox="1"/>
          <p:nvPr>
            <p:ph idx="7" type="body"/>
          </p:nvPr>
        </p:nvSpPr>
        <p:spPr>
          <a:xfrm>
            <a:off x="6034088" y="3291840"/>
            <a:ext cx="26061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7" name="Google Shape;387;p65"/>
          <p:cNvSpPr txBox="1"/>
          <p:nvPr>
            <p:ph idx="8" type="body"/>
          </p:nvPr>
        </p:nvSpPr>
        <p:spPr>
          <a:xfrm>
            <a:off x="6034088" y="3086100"/>
            <a:ext cx="26061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8" name="Google Shape;388;p65"/>
          <p:cNvSpPr/>
          <p:nvPr>
            <p:ph idx="9" type="pic"/>
          </p:nvPr>
        </p:nvSpPr>
        <p:spPr>
          <a:xfrm>
            <a:off x="6034088" y="1543050"/>
            <a:ext cx="1371600" cy="1371600"/>
          </a:xfrm>
          <a:prstGeom prst="ellipse">
            <a:avLst/>
          </a:prstGeom>
          <a:solidFill>
            <a:srgbClr val="F2F2F2"/>
          </a:solidFill>
          <a:ln>
            <a:noFill/>
          </a:ln>
        </p:spPr>
      </p:sp>
      <p:sp>
        <p:nvSpPr>
          <p:cNvPr id="389" name="Google Shape;389;p65"/>
          <p:cNvSpPr txBox="1"/>
          <p:nvPr>
            <p:ph idx="13"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0" name="Google Shape;390;p65"/>
          <p:cNvSpPr txBox="1"/>
          <p:nvPr>
            <p:ph idx="14"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ircle Images w/ Text">
  <p:cSld name="2 Circle Images w/ Text">
    <p:spTree>
      <p:nvGrpSpPr>
        <p:cNvPr id="391" name="Shape 391"/>
        <p:cNvGrpSpPr/>
        <p:nvPr/>
      </p:nvGrpSpPr>
      <p:grpSpPr>
        <a:xfrm>
          <a:off x="0" y="0"/>
          <a:ext cx="0" cy="0"/>
          <a:chOff x="0" y="0"/>
          <a:chExt cx="0" cy="0"/>
        </a:xfrm>
      </p:grpSpPr>
      <p:sp>
        <p:nvSpPr>
          <p:cNvPr id="392" name="Google Shape;392;p66"/>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393" name="Google Shape;393;p66"/>
          <p:cNvSpPr txBox="1"/>
          <p:nvPr>
            <p:ph idx="1" type="body"/>
          </p:nvPr>
        </p:nvSpPr>
        <p:spPr>
          <a:xfrm>
            <a:off x="271463" y="3291840"/>
            <a:ext cx="35664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4" name="Google Shape;394;p66"/>
          <p:cNvSpPr txBox="1"/>
          <p:nvPr>
            <p:ph idx="2" type="body"/>
          </p:nvPr>
        </p:nvSpPr>
        <p:spPr>
          <a:xfrm>
            <a:off x="271463" y="3086100"/>
            <a:ext cx="356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5" name="Google Shape;395;p66"/>
          <p:cNvSpPr/>
          <p:nvPr>
            <p:ph idx="3" type="pic"/>
          </p:nvPr>
        </p:nvSpPr>
        <p:spPr>
          <a:xfrm>
            <a:off x="271463" y="1200150"/>
            <a:ext cx="1714500" cy="1714500"/>
          </a:xfrm>
          <a:prstGeom prst="ellipse">
            <a:avLst/>
          </a:prstGeom>
          <a:solidFill>
            <a:srgbClr val="F2F2F2"/>
          </a:solidFill>
          <a:ln>
            <a:noFill/>
          </a:ln>
        </p:spPr>
      </p:sp>
      <p:sp>
        <p:nvSpPr>
          <p:cNvPr id="396" name="Google Shape;396;p66"/>
          <p:cNvSpPr txBox="1"/>
          <p:nvPr>
            <p:ph idx="4" type="body"/>
          </p:nvPr>
        </p:nvSpPr>
        <p:spPr>
          <a:xfrm>
            <a:off x="4593908" y="3291840"/>
            <a:ext cx="35664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7" name="Google Shape;397;p66"/>
          <p:cNvSpPr txBox="1"/>
          <p:nvPr>
            <p:ph idx="5" type="body"/>
          </p:nvPr>
        </p:nvSpPr>
        <p:spPr>
          <a:xfrm>
            <a:off x="4593908" y="3086100"/>
            <a:ext cx="356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8" name="Google Shape;398;p66"/>
          <p:cNvSpPr/>
          <p:nvPr>
            <p:ph idx="6" type="pic"/>
          </p:nvPr>
        </p:nvSpPr>
        <p:spPr>
          <a:xfrm>
            <a:off x="4593908" y="1200150"/>
            <a:ext cx="1714500" cy="1714500"/>
          </a:xfrm>
          <a:prstGeom prst="ellipse">
            <a:avLst/>
          </a:prstGeom>
          <a:solidFill>
            <a:srgbClr val="F2F2F2"/>
          </a:solidFill>
          <a:ln>
            <a:noFill/>
          </a:ln>
        </p:spPr>
      </p:sp>
      <p:sp>
        <p:nvSpPr>
          <p:cNvPr id="399" name="Google Shape;399;p66"/>
          <p:cNvSpPr txBox="1"/>
          <p:nvPr>
            <p:ph idx="7"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0" name="Google Shape;400;p66"/>
          <p:cNvSpPr txBox="1"/>
          <p:nvPr>
            <p:ph idx="8"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w/Circle Images">
  <p:cSld name="4 Items w/Circle Images">
    <p:spTree>
      <p:nvGrpSpPr>
        <p:cNvPr id="401" name="Shape 401"/>
        <p:cNvGrpSpPr/>
        <p:nvPr/>
      </p:nvGrpSpPr>
      <p:grpSpPr>
        <a:xfrm>
          <a:off x="0" y="0"/>
          <a:ext cx="0" cy="0"/>
          <a:chOff x="0" y="0"/>
          <a:chExt cx="0" cy="0"/>
        </a:xfrm>
      </p:grpSpPr>
      <p:sp>
        <p:nvSpPr>
          <p:cNvPr id="402" name="Google Shape;402;p67"/>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67"/>
          <p:cNvSpPr txBox="1"/>
          <p:nvPr>
            <p:ph idx="1" type="body"/>
          </p:nvPr>
        </p:nvSpPr>
        <p:spPr>
          <a:xfrm>
            <a:off x="2811780" y="1543050"/>
            <a:ext cx="1988700" cy="960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4" name="Google Shape;404;p67"/>
          <p:cNvSpPr txBox="1"/>
          <p:nvPr>
            <p:ph idx="2" type="body"/>
          </p:nvPr>
        </p:nvSpPr>
        <p:spPr>
          <a:xfrm>
            <a:off x="2811780" y="1200150"/>
            <a:ext cx="1988700" cy="32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5" name="Google Shape;405;p67"/>
          <p:cNvSpPr/>
          <p:nvPr>
            <p:ph idx="3" type="pic"/>
          </p:nvPr>
        </p:nvSpPr>
        <p:spPr>
          <a:xfrm>
            <a:off x="1235868" y="1200150"/>
            <a:ext cx="1302900" cy="1302900"/>
          </a:xfrm>
          <a:prstGeom prst="ellipse">
            <a:avLst/>
          </a:prstGeom>
          <a:solidFill>
            <a:srgbClr val="F2F2F2"/>
          </a:solidFill>
          <a:ln>
            <a:noFill/>
          </a:ln>
        </p:spPr>
      </p:sp>
      <p:sp>
        <p:nvSpPr>
          <p:cNvPr id="406" name="Google Shape;406;p67"/>
          <p:cNvSpPr txBox="1"/>
          <p:nvPr>
            <p:ph idx="4" type="body"/>
          </p:nvPr>
        </p:nvSpPr>
        <p:spPr>
          <a:xfrm>
            <a:off x="2811780" y="3291840"/>
            <a:ext cx="1989300" cy="960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7" name="Google Shape;407;p67"/>
          <p:cNvSpPr txBox="1"/>
          <p:nvPr>
            <p:ph idx="5" type="body"/>
          </p:nvPr>
        </p:nvSpPr>
        <p:spPr>
          <a:xfrm>
            <a:off x="2811780" y="2948940"/>
            <a:ext cx="1989300" cy="32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8" name="Google Shape;408;p67"/>
          <p:cNvSpPr/>
          <p:nvPr>
            <p:ph idx="6" type="pic"/>
          </p:nvPr>
        </p:nvSpPr>
        <p:spPr>
          <a:xfrm>
            <a:off x="1235868" y="2948940"/>
            <a:ext cx="1302900" cy="1302900"/>
          </a:xfrm>
          <a:prstGeom prst="ellipse">
            <a:avLst/>
          </a:prstGeom>
          <a:solidFill>
            <a:srgbClr val="F2F2F2"/>
          </a:solidFill>
          <a:ln>
            <a:noFill/>
          </a:ln>
        </p:spPr>
      </p:sp>
      <p:sp>
        <p:nvSpPr>
          <p:cNvPr id="409" name="Google Shape;409;p67"/>
          <p:cNvSpPr txBox="1"/>
          <p:nvPr>
            <p:ph idx="7" type="body"/>
          </p:nvPr>
        </p:nvSpPr>
        <p:spPr>
          <a:xfrm>
            <a:off x="6648926" y="1543050"/>
            <a:ext cx="1989600" cy="960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0" name="Google Shape;410;p67"/>
          <p:cNvSpPr txBox="1"/>
          <p:nvPr>
            <p:ph idx="8" type="body"/>
          </p:nvPr>
        </p:nvSpPr>
        <p:spPr>
          <a:xfrm>
            <a:off x="6648926" y="1200150"/>
            <a:ext cx="1989600" cy="32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1" name="Google Shape;411;p67"/>
          <p:cNvSpPr/>
          <p:nvPr>
            <p:ph idx="9" type="pic"/>
          </p:nvPr>
        </p:nvSpPr>
        <p:spPr>
          <a:xfrm>
            <a:off x="5073253" y="1200150"/>
            <a:ext cx="1302900" cy="1302900"/>
          </a:xfrm>
          <a:prstGeom prst="ellipse">
            <a:avLst/>
          </a:prstGeom>
          <a:solidFill>
            <a:srgbClr val="F2F2F2"/>
          </a:solidFill>
          <a:ln>
            <a:noFill/>
          </a:ln>
        </p:spPr>
      </p:sp>
      <p:sp>
        <p:nvSpPr>
          <p:cNvPr id="412" name="Google Shape;412;p67"/>
          <p:cNvSpPr txBox="1"/>
          <p:nvPr>
            <p:ph idx="13" type="body"/>
          </p:nvPr>
        </p:nvSpPr>
        <p:spPr>
          <a:xfrm>
            <a:off x="6648926" y="3291840"/>
            <a:ext cx="1989600" cy="960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3" name="Google Shape;413;p67"/>
          <p:cNvSpPr txBox="1"/>
          <p:nvPr>
            <p:ph idx="14" type="body"/>
          </p:nvPr>
        </p:nvSpPr>
        <p:spPr>
          <a:xfrm>
            <a:off x="6648926" y="2948940"/>
            <a:ext cx="1989600" cy="32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4" name="Google Shape;414;p67"/>
          <p:cNvSpPr/>
          <p:nvPr>
            <p:ph idx="15" type="pic"/>
          </p:nvPr>
        </p:nvSpPr>
        <p:spPr>
          <a:xfrm>
            <a:off x="5073253" y="2948940"/>
            <a:ext cx="1302900" cy="1302900"/>
          </a:xfrm>
          <a:prstGeom prst="ellipse">
            <a:avLst/>
          </a:prstGeom>
          <a:solidFill>
            <a:srgbClr val="F2F2F2"/>
          </a:solidFill>
          <a:ln>
            <a:noFill/>
          </a:ln>
        </p:spPr>
      </p:sp>
      <p:sp>
        <p:nvSpPr>
          <p:cNvPr id="415" name="Google Shape;415;p67"/>
          <p:cNvSpPr txBox="1"/>
          <p:nvPr>
            <p:ph idx="16"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6" name="Google Shape;416;p67"/>
          <p:cNvSpPr txBox="1"/>
          <p:nvPr>
            <p:ph idx="17"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Image w/Large Statement">
  <p:cSld name="Wide Image w/Large Statement">
    <p:spTree>
      <p:nvGrpSpPr>
        <p:cNvPr id="417" name="Shape 417"/>
        <p:cNvGrpSpPr/>
        <p:nvPr/>
      </p:nvGrpSpPr>
      <p:grpSpPr>
        <a:xfrm>
          <a:off x="0" y="0"/>
          <a:ext cx="0" cy="0"/>
          <a:chOff x="0" y="0"/>
          <a:chExt cx="0" cy="0"/>
        </a:xfrm>
      </p:grpSpPr>
      <p:sp>
        <p:nvSpPr>
          <p:cNvPr id="418" name="Google Shape;418;p68"/>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419" name="Google Shape;419;p68"/>
          <p:cNvSpPr/>
          <p:nvPr>
            <p:ph idx="2" type="pic"/>
          </p:nvPr>
        </p:nvSpPr>
        <p:spPr>
          <a:xfrm>
            <a:off x="271462" y="1200150"/>
            <a:ext cx="8367000" cy="2640300"/>
          </a:xfrm>
          <a:prstGeom prst="rect">
            <a:avLst/>
          </a:prstGeom>
          <a:solidFill>
            <a:srgbClr val="F2F2F2"/>
          </a:solidFill>
          <a:ln>
            <a:noFill/>
          </a:ln>
        </p:spPr>
      </p:sp>
      <p:sp>
        <p:nvSpPr>
          <p:cNvPr id="420" name="Google Shape;420;p68"/>
          <p:cNvSpPr txBox="1"/>
          <p:nvPr>
            <p:ph idx="1"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1" name="Google Shape;421;p68"/>
          <p:cNvSpPr txBox="1"/>
          <p:nvPr>
            <p:ph type="title"/>
          </p:nvPr>
        </p:nvSpPr>
        <p:spPr>
          <a:xfrm>
            <a:off x="274320" y="4011930"/>
            <a:ext cx="8367000" cy="276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1800"/>
              <a:buFont typeface="Arial Black"/>
              <a:buNone/>
              <a:defRPr b="1" i="0" sz="18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422" name="Google Shape;422;p68"/>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w/Headings">
  <p:cSld name="4 Items w/Headings">
    <p:spTree>
      <p:nvGrpSpPr>
        <p:cNvPr id="423" name="Shape 423"/>
        <p:cNvGrpSpPr/>
        <p:nvPr/>
      </p:nvGrpSpPr>
      <p:grpSpPr>
        <a:xfrm>
          <a:off x="0" y="0"/>
          <a:ext cx="0" cy="0"/>
          <a:chOff x="0" y="0"/>
          <a:chExt cx="0" cy="0"/>
        </a:xfrm>
      </p:grpSpPr>
      <p:sp>
        <p:nvSpPr>
          <p:cNvPr id="424" name="Google Shape;424;p69"/>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425" name="Google Shape;425;p69"/>
          <p:cNvSpPr txBox="1"/>
          <p:nvPr>
            <p:ph idx="1" type="body"/>
          </p:nvPr>
        </p:nvSpPr>
        <p:spPr>
          <a:xfrm>
            <a:off x="1233487" y="1783080"/>
            <a:ext cx="35646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6" name="Google Shape;426;p69"/>
          <p:cNvSpPr txBox="1"/>
          <p:nvPr>
            <p:ph idx="2" type="body"/>
          </p:nvPr>
        </p:nvSpPr>
        <p:spPr>
          <a:xfrm>
            <a:off x="1233487" y="1577340"/>
            <a:ext cx="35646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7" name="Google Shape;427;p69"/>
          <p:cNvSpPr txBox="1"/>
          <p:nvPr>
            <p:ph idx="3" type="body"/>
          </p:nvPr>
        </p:nvSpPr>
        <p:spPr>
          <a:xfrm>
            <a:off x="5075396" y="1783080"/>
            <a:ext cx="35646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8" name="Google Shape;428;p69"/>
          <p:cNvSpPr txBox="1"/>
          <p:nvPr>
            <p:ph idx="4" type="body"/>
          </p:nvPr>
        </p:nvSpPr>
        <p:spPr>
          <a:xfrm>
            <a:off x="5075396" y="1577340"/>
            <a:ext cx="35646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9" name="Google Shape;429;p69"/>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0" name="Google Shape;430;p69"/>
          <p:cNvSpPr txBox="1"/>
          <p:nvPr>
            <p:ph idx="6" type="body"/>
          </p:nvPr>
        </p:nvSpPr>
        <p:spPr>
          <a:xfrm>
            <a:off x="1233487" y="3360420"/>
            <a:ext cx="35646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1" name="Google Shape;431;p69"/>
          <p:cNvSpPr txBox="1"/>
          <p:nvPr>
            <p:ph idx="7" type="body"/>
          </p:nvPr>
        </p:nvSpPr>
        <p:spPr>
          <a:xfrm>
            <a:off x="1233487" y="3154680"/>
            <a:ext cx="35646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2" name="Google Shape;432;p69"/>
          <p:cNvSpPr txBox="1"/>
          <p:nvPr>
            <p:ph idx="8" type="body"/>
          </p:nvPr>
        </p:nvSpPr>
        <p:spPr>
          <a:xfrm>
            <a:off x="5075396" y="3360420"/>
            <a:ext cx="3564600" cy="10287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3" name="Google Shape;433;p69"/>
          <p:cNvSpPr txBox="1"/>
          <p:nvPr>
            <p:ph idx="9" type="body"/>
          </p:nvPr>
        </p:nvSpPr>
        <p:spPr>
          <a:xfrm>
            <a:off x="5075396" y="3154680"/>
            <a:ext cx="35646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4" name="Google Shape;434;p69"/>
          <p:cNvSpPr txBox="1"/>
          <p:nvPr>
            <p:ph idx="1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tems w/ Headings">
  <p:cSld name="3 Items w/ Headings">
    <p:spTree>
      <p:nvGrpSpPr>
        <p:cNvPr id="435" name="Shape 435"/>
        <p:cNvGrpSpPr/>
        <p:nvPr/>
      </p:nvGrpSpPr>
      <p:grpSpPr>
        <a:xfrm>
          <a:off x="0" y="0"/>
          <a:ext cx="0" cy="0"/>
          <a:chOff x="0" y="0"/>
          <a:chExt cx="0" cy="0"/>
        </a:xfrm>
      </p:grpSpPr>
      <p:sp>
        <p:nvSpPr>
          <p:cNvPr id="436" name="Google Shape;436;p70"/>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437" name="Google Shape;437;p70"/>
          <p:cNvSpPr txBox="1"/>
          <p:nvPr>
            <p:ph idx="1"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8" name="Google Shape;438;p70"/>
          <p:cNvSpPr txBox="1"/>
          <p:nvPr>
            <p:ph idx="2" type="body"/>
          </p:nvPr>
        </p:nvSpPr>
        <p:spPr>
          <a:xfrm>
            <a:off x="3153966" y="822960"/>
            <a:ext cx="5486400" cy="369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2400"/>
              <a:buNone/>
              <a:defRPr sz="24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9" name="Google Shape;439;p70"/>
          <p:cNvSpPr txBox="1"/>
          <p:nvPr>
            <p:ph idx="3" type="body"/>
          </p:nvPr>
        </p:nvSpPr>
        <p:spPr>
          <a:xfrm>
            <a:off x="3153966" y="1268730"/>
            <a:ext cx="5486400" cy="651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0" name="Google Shape;440;p70"/>
          <p:cNvSpPr txBox="1"/>
          <p:nvPr>
            <p:ph idx="4" type="body"/>
          </p:nvPr>
        </p:nvSpPr>
        <p:spPr>
          <a:xfrm>
            <a:off x="3153966" y="2091690"/>
            <a:ext cx="5486400" cy="369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2400"/>
              <a:buNone/>
              <a:defRPr sz="24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1" name="Google Shape;441;p70"/>
          <p:cNvSpPr txBox="1"/>
          <p:nvPr>
            <p:ph idx="5" type="body"/>
          </p:nvPr>
        </p:nvSpPr>
        <p:spPr>
          <a:xfrm>
            <a:off x="3153966" y="2537460"/>
            <a:ext cx="5486400" cy="651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2" name="Google Shape;442;p70"/>
          <p:cNvSpPr txBox="1"/>
          <p:nvPr>
            <p:ph idx="6" type="body"/>
          </p:nvPr>
        </p:nvSpPr>
        <p:spPr>
          <a:xfrm>
            <a:off x="3153966" y="3360420"/>
            <a:ext cx="5486400" cy="369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dk1"/>
              </a:buClr>
              <a:buSzPts val="2400"/>
              <a:buNone/>
              <a:defRPr sz="24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2400"/>
              <a:buNone/>
              <a:defRPr sz="24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3" name="Google Shape;443;p70"/>
          <p:cNvSpPr txBox="1"/>
          <p:nvPr>
            <p:ph idx="7" type="body"/>
          </p:nvPr>
        </p:nvSpPr>
        <p:spPr>
          <a:xfrm>
            <a:off x="3153966" y="3806190"/>
            <a:ext cx="5486400" cy="651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4" name="Google Shape;444;p70"/>
          <p:cNvSpPr txBox="1"/>
          <p:nvPr>
            <p:ph idx="8"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 Header and Footer">
  <p:cSld name="Blank w/ Header and Footer">
    <p:spTree>
      <p:nvGrpSpPr>
        <p:cNvPr id="445" name="Shape 445"/>
        <p:cNvGrpSpPr/>
        <p:nvPr/>
      </p:nvGrpSpPr>
      <p:grpSpPr>
        <a:xfrm>
          <a:off x="0" y="0"/>
          <a:ext cx="0" cy="0"/>
          <a:chOff x="0" y="0"/>
          <a:chExt cx="0" cy="0"/>
        </a:xfrm>
      </p:grpSpPr>
      <p:sp>
        <p:nvSpPr>
          <p:cNvPr id="446" name="Google Shape;446;p71"/>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447" name="Google Shape;447;p71"/>
          <p:cNvSpPr txBox="1"/>
          <p:nvPr>
            <p:ph idx="1"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 Slide" showMasterSp="0">
  <p:cSld name="Final Slide">
    <p:bg>
      <p:bgPr>
        <a:solidFill>
          <a:schemeClr val="dk1"/>
        </a:solidFill>
      </p:bgPr>
    </p:bg>
    <p:spTree>
      <p:nvGrpSpPr>
        <p:cNvPr id="448" name="Shape 448"/>
        <p:cNvGrpSpPr/>
        <p:nvPr/>
      </p:nvGrpSpPr>
      <p:grpSpPr>
        <a:xfrm>
          <a:off x="0" y="0"/>
          <a:ext cx="0" cy="0"/>
          <a:chOff x="0" y="0"/>
          <a:chExt cx="0" cy="0"/>
        </a:xfrm>
      </p:grpSpPr>
      <p:grpSp>
        <p:nvGrpSpPr>
          <p:cNvPr id="449" name="Google Shape;449;p72"/>
          <p:cNvGrpSpPr/>
          <p:nvPr/>
        </p:nvGrpSpPr>
        <p:grpSpPr>
          <a:xfrm>
            <a:off x="3817616" y="4046193"/>
            <a:ext cx="1509069" cy="314835"/>
            <a:chOff x="3053880" y="-747226"/>
            <a:chExt cx="2236320" cy="466560"/>
          </a:xfrm>
        </p:grpSpPr>
        <p:grpSp>
          <p:nvGrpSpPr>
            <p:cNvPr id="450" name="Google Shape;450;p72"/>
            <p:cNvGrpSpPr/>
            <p:nvPr/>
          </p:nvGrpSpPr>
          <p:grpSpPr>
            <a:xfrm>
              <a:off x="3053880" y="-693226"/>
              <a:ext cx="2057400" cy="357840"/>
              <a:chOff x="3053880" y="1784160"/>
              <a:chExt cx="2057400" cy="357840"/>
            </a:xfrm>
          </p:grpSpPr>
          <p:sp>
            <p:nvSpPr>
              <p:cNvPr id="451" name="Google Shape;451;p72"/>
              <p:cNvSpPr/>
              <p:nvPr/>
            </p:nvSpPr>
            <p:spPr>
              <a:xfrm>
                <a:off x="4463280" y="1784880"/>
                <a:ext cx="249481" cy="357120"/>
              </a:xfrm>
              <a:custGeom>
                <a:rect b="b" l="l" r="r" t="t"/>
                <a:pathLst>
                  <a:path extrusionOk="0" h="993" w="694">
                    <a:moveTo>
                      <a:pt x="31" y="0"/>
                    </a:moveTo>
                    <a:cubicBezTo>
                      <a:pt x="12" y="0"/>
                      <a:pt x="0" y="11"/>
                      <a:pt x="0" y="30"/>
                    </a:cubicBezTo>
                    <a:lnTo>
                      <a:pt x="0" y="80"/>
                    </a:lnTo>
                    <a:cubicBezTo>
                      <a:pt x="0" y="99"/>
                      <a:pt x="12" y="111"/>
                      <a:pt x="31" y="111"/>
                    </a:cubicBezTo>
                    <a:lnTo>
                      <a:pt x="289" y="111"/>
                    </a:lnTo>
                    <a:lnTo>
                      <a:pt x="289" y="964"/>
                    </a:lnTo>
                    <a:cubicBezTo>
                      <a:pt x="289" y="982"/>
                      <a:pt x="300" y="993"/>
                      <a:pt x="319" y="993"/>
                    </a:cubicBezTo>
                    <a:lnTo>
                      <a:pt x="376" y="993"/>
                    </a:lnTo>
                    <a:cubicBezTo>
                      <a:pt x="393" y="993"/>
                      <a:pt x="405" y="982"/>
                      <a:pt x="405" y="964"/>
                    </a:cubicBezTo>
                    <a:lnTo>
                      <a:pt x="405" y="111"/>
                    </a:lnTo>
                    <a:lnTo>
                      <a:pt x="664" y="111"/>
                    </a:lnTo>
                    <a:cubicBezTo>
                      <a:pt x="682" y="111"/>
                      <a:pt x="694" y="99"/>
                      <a:pt x="694" y="80"/>
                    </a:cubicBezTo>
                    <a:lnTo>
                      <a:pt x="694" y="30"/>
                    </a:lnTo>
                    <a:cubicBezTo>
                      <a:pt x="692" y="11"/>
                      <a:pt x="680" y="0"/>
                      <a:pt x="663" y="0"/>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sp>
            <p:nvSpPr>
              <p:cNvPr id="452" name="Google Shape;452;p72"/>
              <p:cNvSpPr/>
              <p:nvPr/>
            </p:nvSpPr>
            <p:spPr>
              <a:xfrm>
                <a:off x="3053880" y="1784160"/>
                <a:ext cx="237240" cy="357839"/>
              </a:xfrm>
              <a:custGeom>
                <a:rect b="b" l="l" r="r" t="t"/>
                <a:pathLst>
                  <a:path extrusionOk="0" h="995" w="660">
                    <a:moveTo>
                      <a:pt x="458" y="462"/>
                    </a:moveTo>
                    <a:lnTo>
                      <a:pt x="261" y="405"/>
                    </a:lnTo>
                    <a:cubicBezTo>
                      <a:pt x="239" y="400"/>
                      <a:pt x="219" y="392"/>
                      <a:pt x="200" y="384"/>
                    </a:cubicBezTo>
                    <a:cubicBezTo>
                      <a:pt x="183" y="376"/>
                      <a:pt x="168" y="367"/>
                      <a:pt x="156" y="356"/>
                    </a:cubicBezTo>
                    <a:cubicBezTo>
                      <a:pt x="145" y="346"/>
                      <a:pt x="136" y="333"/>
                      <a:pt x="130" y="318"/>
                    </a:cubicBezTo>
                    <a:cubicBezTo>
                      <a:pt x="124" y="303"/>
                      <a:pt x="120" y="283"/>
                      <a:pt x="120" y="261"/>
                    </a:cubicBezTo>
                    <a:lnTo>
                      <a:pt x="120" y="247"/>
                    </a:lnTo>
                    <a:cubicBezTo>
                      <a:pt x="120" y="203"/>
                      <a:pt x="133" y="169"/>
                      <a:pt x="159" y="145"/>
                    </a:cubicBezTo>
                    <a:cubicBezTo>
                      <a:pt x="185" y="120"/>
                      <a:pt x="225" y="107"/>
                      <a:pt x="274" y="107"/>
                    </a:cubicBezTo>
                    <a:lnTo>
                      <a:pt x="573" y="107"/>
                    </a:lnTo>
                    <a:cubicBezTo>
                      <a:pt x="592" y="107"/>
                      <a:pt x="604" y="95"/>
                      <a:pt x="604" y="78"/>
                    </a:cubicBezTo>
                    <a:lnTo>
                      <a:pt x="604" y="29"/>
                    </a:lnTo>
                    <a:cubicBezTo>
                      <a:pt x="604" y="12"/>
                      <a:pt x="592" y="0"/>
                      <a:pt x="573" y="0"/>
                    </a:cubicBezTo>
                    <a:lnTo>
                      <a:pt x="255" y="0"/>
                    </a:lnTo>
                    <a:cubicBezTo>
                      <a:pt x="217" y="0"/>
                      <a:pt x="183" y="6"/>
                      <a:pt x="153" y="18"/>
                    </a:cubicBezTo>
                    <a:cubicBezTo>
                      <a:pt x="122" y="29"/>
                      <a:pt x="95" y="46"/>
                      <a:pt x="73" y="66"/>
                    </a:cubicBezTo>
                    <a:cubicBezTo>
                      <a:pt x="50" y="86"/>
                      <a:pt x="32" y="113"/>
                      <a:pt x="19" y="142"/>
                    </a:cubicBezTo>
                    <a:cubicBezTo>
                      <a:pt x="6" y="171"/>
                      <a:pt x="0" y="203"/>
                      <a:pt x="0" y="239"/>
                    </a:cubicBezTo>
                    <a:lnTo>
                      <a:pt x="0" y="273"/>
                    </a:lnTo>
                    <a:cubicBezTo>
                      <a:pt x="0" y="333"/>
                      <a:pt x="17" y="381"/>
                      <a:pt x="51" y="421"/>
                    </a:cubicBezTo>
                    <a:cubicBezTo>
                      <a:pt x="84" y="460"/>
                      <a:pt x="132" y="488"/>
                      <a:pt x="191" y="506"/>
                    </a:cubicBezTo>
                    <a:lnTo>
                      <a:pt x="384" y="561"/>
                    </a:lnTo>
                    <a:cubicBezTo>
                      <a:pt x="410" y="569"/>
                      <a:pt x="433" y="577"/>
                      <a:pt x="453" y="586"/>
                    </a:cubicBezTo>
                    <a:cubicBezTo>
                      <a:pt x="472" y="595"/>
                      <a:pt x="490" y="605"/>
                      <a:pt x="503" y="617"/>
                    </a:cubicBezTo>
                    <a:cubicBezTo>
                      <a:pt x="516" y="628"/>
                      <a:pt x="526" y="642"/>
                      <a:pt x="534" y="660"/>
                    </a:cubicBezTo>
                    <a:cubicBezTo>
                      <a:pt x="541" y="677"/>
                      <a:pt x="544" y="698"/>
                      <a:pt x="544" y="724"/>
                    </a:cubicBezTo>
                    <a:lnTo>
                      <a:pt x="544" y="754"/>
                    </a:lnTo>
                    <a:cubicBezTo>
                      <a:pt x="544" y="796"/>
                      <a:pt x="531" y="829"/>
                      <a:pt x="504" y="853"/>
                    </a:cubicBezTo>
                    <a:cubicBezTo>
                      <a:pt x="478" y="877"/>
                      <a:pt x="440" y="889"/>
                      <a:pt x="391" y="889"/>
                    </a:cubicBezTo>
                    <a:lnTo>
                      <a:pt x="73" y="889"/>
                    </a:lnTo>
                    <a:cubicBezTo>
                      <a:pt x="54" y="889"/>
                      <a:pt x="43" y="901"/>
                      <a:pt x="43" y="918"/>
                    </a:cubicBezTo>
                    <a:lnTo>
                      <a:pt x="43" y="966"/>
                    </a:lnTo>
                    <a:cubicBezTo>
                      <a:pt x="43" y="984"/>
                      <a:pt x="54" y="995"/>
                      <a:pt x="73" y="995"/>
                    </a:cubicBezTo>
                    <a:lnTo>
                      <a:pt x="410" y="995"/>
                    </a:lnTo>
                    <a:cubicBezTo>
                      <a:pt x="486" y="995"/>
                      <a:pt x="547" y="974"/>
                      <a:pt x="592" y="930"/>
                    </a:cubicBezTo>
                    <a:cubicBezTo>
                      <a:pt x="637" y="886"/>
                      <a:pt x="660" y="828"/>
                      <a:pt x="660" y="758"/>
                    </a:cubicBezTo>
                    <a:lnTo>
                      <a:pt x="660" y="711"/>
                    </a:lnTo>
                    <a:cubicBezTo>
                      <a:pt x="663" y="641"/>
                      <a:pt x="646" y="586"/>
                      <a:pt x="611" y="548"/>
                    </a:cubicBezTo>
                    <a:cubicBezTo>
                      <a:pt x="577" y="510"/>
                      <a:pt x="525" y="481"/>
                      <a:pt x="458" y="462"/>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sp>
            <p:nvSpPr>
              <p:cNvPr id="453" name="Google Shape;453;p72"/>
              <p:cNvSpPr/>
              <p:nvPr/>
            </p:nvSpPr>
            <p:spPr>
              <a:xfrm>
                <a:off x="3888000" y="1784880"/>
                <a:ext cx="41400" cy="357120"/>
              </a:xfrm>
              <a:custGeom>
                <a:rect b="b" l="l" r="r" t="t"/>
                <a:pathLst>
                  <a:path extrusionOk="0" h="993" w="116">
                    <a:moveTo>
                      <a:pt x="30" y="0"/>
                    </a:moveTo>
                    <a:cubicBezTo>
                      <a:pt x="12" y="0"/>
                      <a:pt x="0" y="11"/>
                      <a:pt x="0" y="30"/>
                    </a:cubicBezTo>
                    <a:lnTo>
                      <a:pt x="0" y="964"/>
                    </a:lnTo>
                    <a:cubicBezTo>
                      <a:pt x="0" y="982"/>
                      <a:pt x="12" y="993"/>
                      <a:pt x="30" y="993"/>
                    </a:cubicBezTo>
                    <a:lnTo>
                      <a:pt x="87" y="993"/>
                    </a:lnTo>
                    <a:cubicBezTo>
                      <a:pt x="105" y="993"/>
                      <a:pt x="116" y="982"/>
                      <a:pt x="116" y="964"/>
                    </a:cubicBezTo>
                    <a:lnTo>
                      <a:pt x="116" y="30"/>
                    </a:lnTo>
                    <a:cubicBezTo>
                      <a:pt x="116" y="11"/>
                      <a:pt x="106" y="0"/>
                      <a:pt x="87" y="0"/>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sp>
            <p:nvSpPr>
              <p:cNvPr id="454" name="Google Shape;454;p72"/>
              <p:cNvSpPr/>
              <p:nvPr/>
            </p:nvSpPr>
            <p:spPr>
              <a:xfrm>
                <a:off x="3468959" y="1784160"/>
                <a:ext cx="215281" cy="357839"/>
              </a:xfrm>
              <a:custGeom>
                <a:rect b="b" l="l" r="r" t="t"/>
                <a:pathLst>
                  <a:path extrusionOk="0" h="995" w="599">
                    <a:moveTo>
                      <a:pt x="513" y="2"/>
                    </a:moveTo>
                    <a:cubicBezTo>
                      <a:pt x="494" y="2"/>
                      <a:pt x="482" y="13"/>
                      <a:pt x="482" y="32"/>
                    </a:cubicBezTo>
                    <a:lnTo>
                      <a:pt x="482" y="456"/>
                    </a:lnTo>
                    <a:cubicBezTo>
                      <a:pt x="481" y="456"/>
                      <a:pt x="479" y="455"/>
                      <a:pt x="476" y="455"/>
                    </a:cubicBezTo>
                    <a:lnTo>
                      <a:pt x="119" y="455"/>
                    </a:lnTo>
                    <a:lnTo>
                      <a:pt x="116" y="455"/>
                    </a:lnTo>
                    <a:lnTo>
                      <a:pt x="116" y="31"/>
                    </a:lnTo>
                    <a:cubicBezTo>
                      <a:pt x="116" y="12"/>
                      <a:pt x="105" y="0"/>
                      <a:pt x="87" y="0"/>
                    </a:cubicBezTo>
                    <a:lnTo>
                      <a:pt x="30" y="0"/>
                    </a:lnTo>
                    <a:cubicBezTo>
                      <a:pt x="11" y="0"/>
                      <a:pt x="0" y="12"/>
                      <a:pt x="0" y="31"/>
                    </a:cubicBezTo>
                    <a:lnTo>
                      <a:pt x="0" y="966"/>
                    </a:lnTo>
                    <a:cubicBezTo>
                      <a:pt x="0" y="984"/>
                      <a:pt x="11" y="995"/>
                      <a:pt x="30" y="995"/>
                    </a:cubicBezTo>
                    <a:lnTo>
                      <a:pt x="87" y="995"/>
                    </a:lnTo>
                    <a:cubicBezTo>
                      <a:pt x="105" y="995"/>
                      <a:pt x="116" y="984"/>
                      <a:pt x="116" y="966"/>
                    </a:cubicBezTo>
                    <a:lnTo>
                      <a:pt x="116" y="560"/>
                    </a:lnTo>
                    <a:lnTo>
                      <a:pt x="476" y="560"/>
                    </a:lnTo>
                    <a:cubicBezTo>
                      <a:pt x="478" y="560"/>
                      <a:pt x="479" y="560"/>
                      <a:pt x="482" y="558"/>
                    </a:cubicBezTo>
                    <a:lnTo>
                      <a:pt x="482" y="966"/>
                    </a:lnTo>
                    <a:cubicBezTo>
                      <a:pt x="482" y="984"/>
                      <a:pt x="494" y="995"/>
                      <a:pt x="513" y="995"/>
                    </a:cubicBezTo>
                    <a:lnTo>
                      <a:pt x="569" y="995"/>
                    </a:lnTo>
                    <a:cubicBezTo>
                      <a:pt x="587" y="995"/>
                      <a:pt x="599" y="984"/>
                      <a:pt x="599" y="966"/>
                    </a:cubicBezTo>
                    <a:lnTo>
                      <a:pt x="599" y="32"/>
                    </a:lnTo>
                    <a:cubicBezTo>
                      <a:pt x="599" y="13"/>
                      <a:pt x="587" y="2"/>
                      <a:pt x="569" y="2"/>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sp>
            <p:nvSpPr>
              <p:cNvPr id="455" name="Google Shape;455;p72"/>
              <p:cNvSpPr/>
              <p:nvPr/>
            </p:nvSpPr>
            <p:spPr>
              <a:xfrm>
                <a:off x="4140720" y="1784880"/>
                <a:ext cx="164880" cy="357120"/>
              </a:xfrm>
              <a:custGeom>
                <a:rect b="b" l="l" r="r" t="t"/>
                <a:pathLst>
                  <a:path extrusionOk="0" h="993" w="459">
                    <a:moveTo>
                      <a:pt x="28" y="0"/>
                    </a:moveTo>
                    <a:cubicBezTo>
                      <a:pt x="9" y="0"/>
                      <a:pt x="2" y="16"/>
                      <a:pt x="2" y="35"/>
                    </a:cubicBezTo>
                    <a:lnTo>
                      <a:pt x="0" y="964"/>
                    </a:lnTo>
                    <a:cubicBezTo>
                      <a:pt x="0" y="982"/>
                      <a:pt x="12" y="993"/>
                      <a:pt x="31" y="993"/>
                    </a:cubicBezTo>
                    <a:lnTo>
                      <a:pt x="88" y="993"/>
                    </a:lnTo>
                    <a:cubicBezTo>
                      <a:pt x="105" y="993"/>
                      <a:pt x="117" y="982"/>
                      <a:pt x="117" y="964"/>
                    </a:cubicBezTo>
                    <a:lnTo>
                      <a:pt x="117" y="558"/>
                    </a:lnTo>
                    <a:lnTo>
                      <a:pt x="393" y="558"/>
                    </a:lnTo>
                    <a:cubicBezTo>
                      <a:pt x="409" y="558"/>
                      <a:pt x="420" y="546"/>
                      <a:pt x="420" y="529"/>
                    </a:cubicBezTo>
                    <a:lnTo>
                      <a:pt x="420" y="482"/>
                    </a:lnTo>
                    <a:cubicBezTo>
                      <a:pt x="420" y="465"/>
                      <a:pt x="409" y="453"/>
                      <a:pt x="393" y="453"/>
                    </a:cubicBezTo>
                    <a:lnTo>
                      <a:pt x="117" y="453"/>
                    </a:lnTo>
                    <a:lnTo>
                      <a:pt x="117" y="111"/>
                    </a:lnTo>
                    <a:lnTo>
                      <a:pt x="430" y="111"/>
                    </a:lnTo>
                    <a:cubicBezTo>
                      <a:pt x="447" y="111"/>
                      <a:pt x="459" y="99"/>
                      <a:pt x="459" y="80"/>
                    </a:cubicBezTo>
                    <a:lnTo>
                      <a:pt x="459" y="30"/>
                    </a:lnTo>
                    <a:cubicBezTo>
                      <a:pt x="460" y="11"/>
                      <a:pt x="449" y="0"/>
                      <a:pt x="431" y="0"/>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sp>
            <p:nvSpPr>
              <p:cNvPr id="456" name="Google Shape;456;p72"/>
              <p:cNvSpPr/>
              <p:nvPr/>
            </p:nvSpPr>
            <p:spPr>
              <a:xfrm>
                <a:off x="4954680" y="1828800"/>
                <a:ext cx="156600" cy="267841"/>
              </a:xfrm>
              <a:custGeom>
                <a:rect b="b" l="l" r="r" t="t"/>
                <a:pathLst>
                  <a:path extrusionOk="0" h="745" w="436">
                    <a:moveTo>
                      <a:pt x="322" y="178"/>
                    </a:moveTo>
                    <a:cubicBezTo>
                      <a:pt x="328" y="169"/>
                      <a:pt x="341" y="174"/>
                      <a:pt x="341" y="185"/>
                    </a:cubicBezTo>
                    <a:lnTo>
                      <a:pt x="341" y="443"/>
                    </a:lnTo>
                    <a:cubicBezTo>
                      <a:pt x="341" y="449"/>
                      <a:pt x="337" y="455"/>
                      <a:pt x="329" y="455"/>
                    </a:cubicBezTo>
                    <a:lnTo>
                      <a:pt x="128" y="455"/>
                    </a:lnTo>
                    <a:cubicBezTo>
                      <a:pt x="121" y="453"/>
                      <a:pt x="115" y="442"/>
                      <a:pt x="121" y="436"/>
                    </a:cubicBezTo>
                    <a:close/>
                    <a:moveTo>
                      <a:pt x="3" y="465"/>
                    </a:moveTo>
                    <a:cubicBezTo>
                      <a:pt x="2" y="466"/>
                      <a:pt x="0" y="469"/>
                      <a:pt x="0" y="472"/>
                    </a:cubicBezTo>
                    <a:lnTo>
                      <a:pt x="0" y="525"/>
                    </a:lnTo>
                    <a:cubicBezTo>
                      <a:pt x="0" y="530"/>
                      <a:pt x="5" y="536"/>
                      <a:pt x="12" y="536"/>
                    </a:cubicBezTo>
                    <a:lnTo>
                      <a:pt x="332" y="536"/>
                    </a:lnTo>
                    <a:cubicBezTo>
                      <a:pt x="338" y="536"/>
                      <a:pt x="344" y="541"/>
                      <a:pt x="344" y="548"/>
                    </a:cubicBezTo>
                    <a:lnTo>
                      <a:pt x="344" y="733"/>
                    </a:lnTo>
                    <a:cubicBezTo>
                      <a:pt x="344" y="739"/>
                      <a:pt x="348" y="745"/>
                      <a:pt x="356" y="745"/>
                    </a:cubicBezTo>
                    <a:lnTo>
                      <a:pt x="424" y="745"/>
                    </a:lnTo>
                    <a:cubicBezTo>
                      <a:pt x="430" y="745"/>
                      <a:pt x="436" y="740"/>
                      <a:pt x="436" y="733"/>
                    </a:cubicBezTo>
                    <a:lnTo>
                      <a:pt x="436" y="12"/>
                    </a:lnTo>
                    <a:cubicBezTo>
                      <a:pt x="436" y="6"/>
                      <a:pt x="431" y="0"/>
                      <a:pt x="424" y="0"/>
                    </a:cubicBezTo>
                    <a:lnTo>
                      <a:pt x="372" y="0"/>
                    </a:lnTo>
                    <a:cubicBezTo>
                      <a:pt x="366" y="0"/>
                      <a:pt x="363" y="2"/>
                      <a:pt x="362" y="5"/>
                    </a:cubicBezTo>
                    <a:close/>
                  </a:path>
                </a:pathLst>
              </a:custGeom>
              <a:solidFill>
                <a:schemeClr val="l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grpSp>
        <p:sp>
          <p:nvSpPr>
            <p:cNvPr id="457" name="Google Shape;457;p72"/>
            <p:cNvSpPr/>
            <p:nvPr/>
          </p:nvSpPr>
          <p:spPr>
            <a:xfrm>
              <a:off x="4823640" y="-747226"/>
              <a:ext cx="466560" cy="466560"/>
            </a:xfrm>
            <a:custGeom>
              <a:rect b="b" l="l" r="r" t="t"/>
              <a:pathLst>
                <a:path extrusionOk="0" h="1297" w="1297">
                  <a:moveTo>
                    <a:pt x="1205" y="649"/>
                  </a:moveTo>
                  <a:cubicBezTo>
                    <a:pt x="1205" y="955"/>
                    <a:pt x="956" y="1204"/>
                    <a:pt x="650" y="1204"/>
                  </a:cubicBezTo>
                  <a:cubicBezTo>
                    <a:pt x="344" y="1204"/>
                    <a:pt x="95" y="955"/>
                    <a:pt x="95" y="649"/>
                  </a:cubicBezTo>
                  <a:cubicBezTo>
                    <a:pt x="95" y="343"/>
                    <a:pt x="344" y="94"/>
                    <a:pt x="650" y="94"/>
                  </a:cubicBezTo>
                  <a:cubicBezTo>
                    <a:pt x="954" y="94"/>
                    <a:pt x="1205" y="343"/>
                    <a:pt x="1205" y="649"/>
                  </a:cubicBezTo>
                  <a:close/>
                  <a:moveTo>
                    <a:pt x="648" y="0"/>
                  </a:moveTo>
                  <a:cubicBezTo>
                    <a:pt x="291" y="0"/>
                    <a:pt x="0" y="290"/>
                    <a:pt x="0" y="649"/>
                  </a:cubicBezTo>
                  <a:cubicBezTo>
                    <a:pt x="0" y="1006"/>
                    <a:pt x="290" y="1297"/>
                    <a:pt x="648" y="1297"/>
                  </a:cubicBezTo>
                  <a:cubicBezTo>
                    <a:pt x="1005" y="1297"/>
                    <a:pt x="1297" y="1007"/>
                    <a:pt x="1297" y="649"/>
                  </a:cubicBezTo>
                  <a:cubicBezTo>
                    <a:pt x="1297" y="292"/>
                    <a:pt x="1005" y="0"/>
                    <a:pt x="648" y="0"/>
                  </a:cubicBezTo>
                  <a:close/>
                </a:path>
              </a:pathLst>
            </a:custGeom>
            <a:solidFill>
              <a:schemeClr val="accent1"/>
            </a:solidFill>
            <a:ln>
              <a:noFill/>
            </a:ln>
          </p:spPr>
          <p:txBody>
            <a:bodyPr anchorCtr="1" anchor="ctr" bIns="33750" lIns="67500" spcFirstLastPara="1" rIns="67500" wrap="square" tIns="3375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Work Sans"/>
                <a:ea typeface="Work Sans"/>
                <a:cs typeface="Work Sans"/>
                <a:sym typeface="Work Sans"/>
              </a:endParaRPr>
            </a:p>
          </p:txBody>
        </p:sp>
      </p:grpSp>
      <p:sp>
        <p:nvSpPr>
          <p:cNvPr id="458" name="Google Shape;458;p72"/>
          <p:cNvSpPr txBox="1"/>
          <p:nvPr>
            <p:ph idx="1" type="body"/>
          </p:nvPr>
        </p:nvSpPr>
        <p:spPr>
          <a:xfrm>
            <a:off x="3736724" y="4574286"/>
            <a:ext cx="1670700" cy="16170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Clr>
                <a:schemeClr val="lt1"/>
              </a:buClr>
              <a:buSzPts val="1100"/>
              <a:buNone/>
              <a:defRPr>
                <a:solidFill>
                  <a:schemeClr val="lt1"/>
                </a:solidFill>
              </a:defRPr>
            </a:lvl1pPr>
            <a:lvl2pPr indent="-228600" lvl="1" marL="914400" algn="l">
              <a:lnSpc>
                <a:spcPct val="100000"/>
              </a:lnSpc>
              <a:spcBef>
                <a:spcPts val="0"/>
              </a:spcBef>
              <a:spcAft>
                <a:spcPts val="0"/>
              </a:spcAft>
              <a:buClr>
                <a:schemeClr val="lt1"/>
              </a:buClr>
              <a:buSzPts val="1100"/>
              <a:buNone/>
              <a:defRPr>
                <a:solidFill>
                  <a:schemeClr val="lt1"/>
                </a:solidFill>
              </a:defRPr>
            </a:lvl2pPr>
            <a:lvl3pPr indent="-228600" lvl="2" marL="1371600" algn="l">
              <a:lnSpc>
                <a:spcPct val="100000"/>
              </a:lnSpc>
              <a:spcBef>
                <a:spcPts val="0"/>
              </a:spcBef>
              <a:spcAft>
                <a:spcPts val="0"/>
              </a:spcAft>
              <a:buClr>
                <a:schemeClr val="lt1"/>
              </a:buClr>
              <a:buSzPts val="1100"/>
              <a:buNone/>
              <a:defRPr>
                <a:solidFill>
                  <a:schemeClr val="lt1"/>
                </a:solidFill>
              </a:defRPr>
            </a:lvl3pPr>
            <a:lvl4pPr indent="-228600" lvl="3" marL="1828800" algn="l">
              <a:lnSpc>
                <a:spcPct val="100000"/>
              </a:lnSpc>
              <a:spcBef>
                <a:spcPts val="0"/>
              </a:spcBef>
              <a:spcAft>
                <a:spcPts val="0"/>
              </a:spcAft>
              <a:buClr>
                <a:schemeClr val="lt1"/>
              </a:buClr>
              <a:buSzPts val="1100"/>
              <a:buNone/>
              <a:defRPr>
                <a:solidFill>
                  <a:schemeClr val="lt1"/>
                </a:solidFill>
              </a:defRPr>
            </a:lvl4pPr>
            <a:lvl5pPr indent="-228600" lvl="4" marL="2286000" algn="l">
              <a:lnSpc>
                <a:spcPct val="100000"/>
              </a:lnSpc>
              <a:spcBef>
                <a:spcPts val="0"/>
              </a:spcBef>
              <a:spcAft>
                <a:spcPts val="0"/>
              </a:spcAft>
              <a:buClr>
                <a:schemeClr val="lt1"/>
              </a:buClr>
              <a:buSzPts val="11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9" name="Google Shape;459;p72"/>
          <p:cNvSpPr/>
          <p:nvPr/>
        </p:nvSpPr>
        <p:spPr>
          <a:xfrm>
            <a:off x="2995523" y="617220"/>
            <a:ext cx="3153000" cy="3153000"/>
          </a:xfrm>
          <a:prstGeom prst="ellipse">
            <a:avLst/>
          </a:prstGeom>
          <a:solidFill>
            <a:srgbClr val="136EF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60" name="Google Shape;460;p72"/>
          <p:cNvSpPr txBox="1"/>
          <p:nvPr/>
        </p:nvSpPr>
        <p:spPr>
          <a:xfrm>
            <a:off x="2995523" y="1997489"/>
            <a:ext cx="3153000" cy="400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2600"/>
              <a:buFont typeface="Arial Black"/>
              <a:buNone/>
            </a:pPr>
            <a:r>
              <a:rPr b="1" i="0" lang="en" sz="2600">
                <a:solidFill>
                  <a:schemeClr val="lt1"/>
                </a:solidFill>
                <a:latin typeface="Arial Black"/>
                <a:ea typeface="Arial Black"/>
                <a:cs typeface="Arial Black"/>
                <a:sym typeface="Arial Black"/>
              </a:rPr>
              <a:t>THANK YOU</a:t>
            </a:r>
            <a:endParaRPr sz="110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_1">
    <p:spTree>
      <p:nvGrpSpPr>
        <p:cNvPr id="461" name="Shape 461"/>
        <p:cNvGrpSpPr/>
        <p:nvPr/>
      </p:nvGrpSpPr>
      <p:grpSpPr>
        <a:xfrm>
          <a:off x="0" y="0"/>
          <a:ext cx="0" cy="0"/>
          <a:chOff x="0" y="0"/>
          <a:chExt cx="0" cy="0"/>
        </a:xfrm>
      </p:grpSpPr>
      <p:sp>
        <p:nvSpPr>
          <p:cNvPr id="462" name="Google Shape;462;p73"/>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463" name="Google Shape;463;p73"/>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4" name="Google Shape;464;p73"/>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5" name="Google Shape;465;p73"/>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466" name="Google Shape;466;p73"/>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p:cSld name="Title and Content_2">
    <p:spTree>
      <p:nvGrpSpPr>
        <p:cNvPr id="467" name="Shape 467"/>
        <p:cNvGrpSpPr/>
        <p:nvPr/>
      </p:nvGrpSpPr>
      <p:grpSpPr>
        <a:xfrm>
          <a:off x="0" y="0"/>
          <a:ext cx="0" cy="0"/>
          <a:chOff x="0" y="0"/>
          <a:chExt cx="0" cy="0"/>
        </a:xfrm>
      </p:grpSpPr>
      <p:sp>
        <p:nvSpPr>
          <p:cNvPr id="468" name="Google Shape;468;p74"/>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469" name="Google Shape;469;p74"/>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0" name="Google Shape;470;p74"/>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1" name="Google Shape;471;p74"/>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472" name="Google Shape;472;p74"/>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4">
  <p:cSld name="Title and Content_3">
    <p:spTree>
      <p:nvGrpSpPr>
        <p:cNvPr id="473" name="Shape 473"/>
        <p:cNvGrpSpPr/>
        <p:nvPr/>
      </p:nvGrpSpPr>
      <p:grpSpPr>
        <a:xfrm>
          <a:off x="0" y="0"/>
          <a:ext cx="0" cy="0"/>
          <a:chOff x="0" y="0"/>
          <a:chExt cx="0" cy="0"/>
        </a:xfrm>
      </p:grpSpPr>
      <p:sp>
        <p:nvSpPr>
          <p:cNvPr id="474" name="Google Shape;474;p75"/>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475" name="Google Shape;475;p75"/>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6" name="Google Shape;476;p75"/>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7" name="Google Shape;477;p75"/>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478" name="Google Shape;478;p75"/>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479" name="Shape 479"/>
        <p:cNvGrpSpPr/>
        <p:nvPr/>
      </p:nvGrpSpPr>
      <p:grpSpPr>
        <a:xfrm>
          <a:off x="0" y="0"/>
          <a:ext cx="0" cy="0"/>
          <a:chOff x="0" y="0"/>
          <a:chExt cx="0" cy="0"/>
        </a:xfrm>
      </p:grpSpPr>
      <p:sp>
        <p:nvSpPr>
          <p:cNvPr id="480" name="Google Shape;480;p76"/>
          <p:cNvSpPr txBox="1"/>
          <p:nvPr>
            <p:ph type="title"/>
          </p:nvPr>
        </p:nvSpPr>
        <p:spPr>
          <a:xfrm>
            <a:off x="311700" y="445025"/>
            <a:ext cx="8520600" cy="572700"/>
          </a:xfrm>
          <a:prstGeom prst="rect">
            <a:avLst/>
          </a:prstGeom>
          <a:noFill/>
          <a:ln>
            <a:noFill/>
          </a:ln>
        </p:spPr>
        <p:txBody>
          <a:bodyPr anchorCtr="0" anchor="ctr" bIns="68575" lIns="68575" spcFirstLastPara="1" rIns="68575" wrap="square" tIns="68575">
            <a:noAutofit/>
          </a:bodyPr>
          <a:lstStyle>
            <a:lvl1pPr lvl="0">
              <a:spcBef>
                <a:spcPts val="0"/>
              </a:spcBef>
              <a:spcAft>
                <a:spcPts val="0"/>
              </a:spcAft>
              <a:buSzPts val="1100"/>
              <a:buChar char="●"/>
              <a:defRPr sz="1100"/>
            </a:lvl1pPr>
            <a:lvl2pPr lvl="1">
              <a:spcBef>
                <a:spcPts val="0"/>
              </a:spcBef>
              <a:spcAft>
                <a:spcPts val="0"/>
              </a:spcAft>
              <a:buSzPts val="1100"/>
              <a:buChar char="○"/>
              <a:defRPr sz="1100"/>
            </a:lvl2pPr>
            <a:lvl3pPr lvl="2">
              <a:spcBef>
                <a:spcPts val="0"/>
              </a:spcBef>
              <a:spcAft>
                <a:spcPts val="0"/>
              </a:spcAft>
              <a:buSzPts val="1100"/>
              <a:buChar char="■"/>
              <a:defRPr sz="1100"/>
            </a:lvl3pPr>
            <a:lvl4pPr lvl="3">
              <a:spcBef>
                <a:spcPts val="0"/>
              </a:spcBef>
              <a:spcAft>
                <a:spcPts val="0"/>
              </a:spcAft>
              <a:buSzPts val="1100"/>
              <a:buChar char="●"/>
              <a:defRPr sz="1100"/>
            </a:lvl4pPr>
            <a:lvl5pPr lvl="4">
              <a:spcBef>
                <a:spcPts val="0"/>
              </a:spcBef>
              <a:spcAft>
                <a:spcPts val="0"/>
              </a:spcAft>
              <a:buSzPts val="1100"/>
              <a:buChar char="○"/>
              <a:defRPr sz="1100"/>
            </a:lvl5pPr>
            <a:lvl6pPr lvl="5">
              <a:spcBef>
                <a:spcPts val="0"/>
              </a:spcBef>
              <a:spcAft>
                <a:spcPts val="0"/>
              </a:spcAft>
              <a:buSzPts val="1100"/>
              <a:buChar char="■"/>
              <a:defRPr sz="1100"/>
            </a:lvl6pPr>
            <a:lvl7pPr lvl="6">
              <a:spcBef>
                <a:spcPts val="0"/>
              </a:spcBef>
              <a:spcAft>
                <a:spcPts val="0"/>
              </a:spcAft>
              <a:buSzPts val="1100"/>
              <a:buChar char="●"/>
              <a:defRPr sz="1100"/>
            </a:lvl7pPr>
            <a:lvl8pPr lvl="7">
              <a:spcBef>
                <a:spcPts val="0"/>
              </a:spcBef>
              <a:spcAft>
                <a:spcPts val="0"/>
              </a:spcAft>
              <a:buSzPts val="1100"/>
              <a:buChar char="○"/>
              <a:defRPr sz="1100"/>
            </a:lvl8pPr>
            <a:lvl9pPr lvl="8">
              <a:spcBef>
                <a:spcPts val="0"/>
              </a:spcBef>
              <a:spcAft>
                <a:spcPts val="0"/>
              </a:spcAft>
              <a:buSzPts val="1100"/>
              <a:buChar char="■"/>
              <a:defRPr sz="1100"/>
            </a:lvl9pPr>
          </a:lstStyle>
          <a:p/>
        </p:txBody>
      </p:sp>
      <p:sp>
        <p:nvSpPr>
          <p:cNvPr id="481" name="Google Shape;481;p76"/>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228600" lvl="0" marL="457200">
              <a:spcBef>
                <a:spcPts val="0"/>
              </a:spcBef>
              <a:spcAft>
                <a:spcPts val="0"/>
              </a:spcAft>
              <a:buSzPts val="1100"/>
              <a:buNone/>
              <a:defRPr/>
            </a:lvl1pPr>
            <a:lvl2pPr indent="-228600" lvl="1" marL="914400">
              <a:spcBef>
                <a:spcPts val="0"/>
              </a:spcBef>
              <a:spcAft>
                <a:spcPts val="0"/>
              </a:spcAft>
              <a:buSzPts val="1100"/>
              <a:buNone/>
              <a:defRPr/>
            </a:lvl2pPr>
            <a:lvl3pPr indent="-228600" lvl="2" marL="1371600">
              <a:spcBef>
                <a:spcPts val="0"/>
              </a:spcBef>
              <a:spcAft>
                <a:spcPts val="0"/>
              </a:spcAft>
              <a:buSzPts val="1100"/>
              <a:buNone/>
              <a:defRPr/>
            </a:lvl3pPr>
            <a:lvl4pPr indent="-228600" lvl="3" marL="1828800">
              <a:spcBef>
                <a:spcPts val="0"/>
              </a:spcBef>
              <a:spcAft>
                <a:spcPts val="0"/>
              </a:spcAft>
              <a:buSzPts val="1100"/>
              <a:buNone/>
              <a:defRPr/>
            </a:lvl4pPr>
            <a:lvl5pPr indent="-228600" lvl="4" marL="2286000">
              <a:spcBef>
                <a:spcPts val="0"/>
              </a:spcBef>
              <a:spcAft>
                <a:spcPts val="0"/>
              </a:spcAft>
              <a:buSzPts val="1100"/>
              <a:buNone/>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482" name="Google Shape;482;p76"/>
          <p:cNvSpPr txBox="1"/>
          <p:nvPr>
            <p:ph idx="12" type="sldNum"/>
          </p:nvPr>
        </p:nvSpPr>
        <p:spPr>
          <a:xfrm>
            <a:off x="8472458" y="4663217"/>
            <a:ext cx="548700" cy="400200"/>
          </a:xfrm>
          <a:prstGeom prst="rect">
            <a:avLst/>
          </a:prstGeom>
        </p:spPr>
        <p:txBody>
          <a:bodyPr anchorCtr="0" anchor="ctr" bIns="91400" lIns="91400" spcFirstLastPara="1" rIns="91400" wrap="square" tIns="91400">
            <a:sp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83" name="Shape 483"/>
        <p:cNvGrpSpPr/>
        <p:nvPr/>
      </p:nvGrpSpPr>
      <p:grpSpPr>
        <a:xfrm>
          <a:off x="0" y="0"/>
          <a:ext cx="0" cy="0"/>
          <a:chOff x="0" y="0"/>
          <a:chExt cx="0" cy="0"/>
        </a:xfrm>
      </p:grpSpPr>
      <p:sp>
        <p:nvSpPr>
          <p:cNvPr id="484" name="Google Shape;484;p7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485" name="Google Shape;485;p77"/>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486" name="Google Shape;486;p77"/>
          <p:cNvSpPr txBox="1"/>
          <p:nvPr>
            <p:ph idx="12" type="sldNum"/>
          </p:nvPr>
        </p:nvSpPr>
        <p:spPr>
          <a:xfrm>
            <a:off x="8472458" y="4663217"/>
            <a:ext cx="548700" cy="123000"/>
          </a:xfrm>
          <a:prstGeom prst="rect">
            <a:avLst/>
          </a:prstGeom>
        </p:spPr>
        <p:txBody>
          <a:bodyPr anchorCtr="0" anchor="ctr" bIns="0" lIns="0" spcFirstLastPara="1" rIns="0" wrap="square" tIns="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5">
  <p:cSld name="TITLE_AND_BODY_5">
    <p:spTree>
      <p:nvGrpSpPr>
        <p:cNvPr id="487" name="Shape 487"/>
        <p:cNvGrpSpPr/>
        <p:nvPr/>
      </p:nvGrpSpPr>
      <p:grpSpPr>
        <a:xfrm>
          <a:off x="0" y="0"/>
          <a:ext cx="0" cy="0"/>
          <a:chOff x="0" y="0"/>
          <a:chExt cx="0" cy="0"/>
        </a:xfrm>
      </p:grpSpPr>
      <p:sp>
        <p:nvSpPr>
          <p:cNvPr id="488" name="Google Shape;488;p78"/>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sz="1400"/>
            </a:lvl1pPr>
            <a:lvl2pPr lvl="1">
              <a:spcBef>
                <a:spcPts val="0"/>
              </a:spcBef>
              <a:spcAft>
                <a:spcPts val="0"/>
              </a:spcAft>
              <a:buSzPts val="1400"/>
              <a:buChar char="○"/>
              <a:defRPr sz="1400"/>
            </a:lvl2pPr>
            <a:lvl3pPr lvl="2">
              <a:spcBef>
                <a:spcPts val="0"/>
              </a:spcBef>
              <a:spcAft>
                <a:spcPts val="0"/>
              </a:spcAft>
              <a:buSzPts val="1400"/>
              <a:buChar char="■"/>
              <a:defRPr sz="1400"/>
            </a:lvl3pPr>
            <a:lvl4pPr lvl="3">
              <a:spcBef>
                <a:spcPts val="0"/>
              </a:spcBef>
              <a:spcAft>
                <a:spcPts val="0"/>
              </a:spcAft>
              <a:buSzPts val="1400"/>
              <a:buChar char="●"/>
              <a:defRPr sz="1400"/>
            </a:lvl4pPr>
            <a:lvl5pPr lvl="4">
              <a:spcBef>
                <a:spcPts val="0"/>
              </a:spcBef>
              <a:spcAft>
                <a:spcPts val="0"/>
              </a:spcAft>
              <a:buSzPts val="1400"/>
              <a:buChar char="○"/>
              <a:defRPr sz="1400"/>
            </a:lvl5pPr>
            <a:lvl6pPr lvl="5">
              <a:spcBef>
                <a:spcPts val="0"/>
              </a:spcBef>
              <a:spcAft>
                <a:spcPts val="0"/>
              </a:spcAft>
              <a:buSzPts val="1400"/>
              <a:buChar char="■"/>
              <a:defRPr sz="1400"/>
            </a:lvl6pPr>
            <a:lvl7pPr lvl="6">
              <a:spcBef>
                <a:spcPts val="0"/>
              </a:spcBef>
              <a:spcAft>
                <a:spcPts val="0"/>
              </a:spcAft>
              <a:buSzPts val="1400"/>
              <a:buChar char="●"/>
              <a:defRPr sz="1400"/>
            </a:lvl7pPr>
            <a:lvl8pPr lvl="7">
              <a:spcBef>
                <a:spcPts val="0"/>
              </a:spcBef>
              <a:spcAft>
                <a:spcPts val="0"/>
              </a:spcAft>
              <a:buSzPts val="1400"/>
              <a:buChar char="○"/>
              <a:defRPr sz="1400"/>
            </a:lvl8pPr>
            <a:lvl9pPr lvl="8">
              <a:spcBef>
                <a:spcPts val="0"/>
              </a:spcBef>
              <a:spcAft>
                <a:spcPts val="0"/>
              </a:spcAft>
              <a:buSzPts val="1400"/>
              <a:buChar char="■"/>
              <a:defRPr sz="1400"/>
            </a:lvl9pPr>
          </a:lstStyle>
          <a:p/>
        </p:txBody>
      </p:sp>
      <p:sp>
        <p:nvSpPr>
          <p:cNvPr id="489" name="Google Shape;489;p78"/>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228600" lvl="0" marL="457200">
              <a:spcBef>
                <a:spcPts val="0"/>
              </a:spcBef>
              <a:spcAft>
                <a:spcPts val="0"/>
              </a:spcAft>
              <a:buSzPts val="1100"/>
              <a:buNone/>
              <a:defRPr/>
            </a:lvl1pPr>
            <a:lvl2pPr indent="-228600" lvl="1" marL="914400">
              <a:spcBef>
                <a:spcPts val="0"/>
              </a:spcBef>
              <a:spcAft>
                <a:spcPts val="0"/>
              </a:spcAft>
              <a:buSzPts val="1100"/>
              <a:buNone/>
              <a:defRPr/>
            </a:lvl2pPr>
            <a:lvl3pPr indent="-228600" lvl="2" marL="1371600">
              <a:spcBef>
                <a:spcPts val="0"/>
              </a:spcBef>
              <a:spcAft>
                <a:spcPts val="0"/>
              </a:spcAft>
              <a:buSzPts val="1100"/>
              <a:buNone/>
              <a:defRPr/>
            </a:lvl3pPr>
            <a:lvl4pPr indent="-228600" lvl="3" marL="1828800">
              <a:spcBef>
                <a:spcPts val="0"/>
              </a:spcBef>
              <a:spcAft>
                <a:spcPts val="0"/>
              </a:spcAft>
              <a:buSzPts val="1100"/>
              <a:buNone/>
              <a:defRPr/>
            </a:lvl4pPr>
            <a:lvl5pPr indent="-228600" lvl="4" marL="2286000">
              <a:spcBef>
                <a:spcPts val="0"/>
              </a:spcBef>
              <a:spcAft>
                <a:spcPts val="0"/>
              </a:spcAft>
              <a:buSzPts val="1100"/>
              <a:buNone/>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490" name="Google Shape;490;p78"/>
          <p:cNvSpPr txBox="1"/>
          <p:nvPr>
            <p:ph idx="12" type="sldNum"/>
          </p:nvPr>
        </p:nvSpPr>
        <p:spPr>
          <a:xfrm>
            <a:off x="8472458" y="4663217"/>
            <a:ext cx="548700" cy="123000"/>
          </a:xfrm>
          <a:prstGeom prst="rect">
            <a:avLst/>
          </a:prstGeom>
        </p:spPr>
        <p:txBody>
          <a:bodyPr anchorCtr="0" anchor="ctr" bIns="0" lIns="0" spcFirstLastPara="1" rIns="0" wrap="square" tIns="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5">
  <p:cSld name="Title and Content_4">
    <p:spTree>
      <p:nvGrpSpPr>
        <p:cNvPr id="491" name="Shape 491"/>
        <p:cNvGrpSpPr/>
        <p:nvPr/>
      </p:nvGrpSpPr>
      <p:grpSpPr>
        <a:xfrm>
          <a:off x="0" y="0"/>
          <a:ext cx="0" cy="0"/>
          <a:chOff x="0" y="0"/>
          <a:chExt cx="0" cy="0"/>
        </a:xfrm>
      </p:grpSpPr>
      <p:sp>
        <p:nvSpPr>
          <p:cNvPr id="492" name="Google Shape;492;p79"/>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493" name="Google Shape;493;p79"/>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4" name="Google Shape;494;p79"/>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5" name="Google Shape;495;p79"/>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496" name="Google Shape;496;p79"/>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6">
  <p:cSld name="Title and Content_5">
    <p:spTree>
      <p:nvGrpSpPr>
        <p:cNvPr id="497" name="Shape 497"/>
        <p:cNvGrpSpPr/>
        <p:nvPr/>
      </p:nvGrpSpPr>
      <p:grpSpPr>
        <a:xfrm>
          <a:off x="0" y="0"/>
          <a:ext cx="0" cy="0"/>
          <a:chOff x="0" y="0"/>
          <a:chExt cx="0" cy="0"/>
        </a:xfrm>
      </p:grpSpPr>
      <p:sp>
        <p:nvSpPr>
          <p:cNvPr id="498" name="Google Shape;498;p80"/>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499" name="Google Shape;499;p80"/>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0" name="Google Shape;500;p80"/>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1" name="Google Shape;501;p80"/>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02" name="Google Shape;502;p80"/>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7">
  <p:cSld name="Title and Content_6">
    <p:spTree>
      <p:nvGrpSpPr>
        <p:cNvPr id="503" name="Shape 503"/>
        <p:cNvGrpSpPr/>
        <p:nvPr/>
      </p:nvGrpSpPr>
      <p:grpSpPr>
        <a:xfrm>
          <a:off x="0" y="0"/>
          <a:ext cx="0" cy="0"/>
          <a:chOff x="0" y="0"/>
          <a:chExt cx="0" cy="0"/>
        </a:xfrm>
      </p:grpSpPr>
      <p:sp>
        <p:nvSpPr>
          <p:cNvPr id="504" name="Google Shape;504;p81"/>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05" name="Google Shape;505;p81"/>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6" name="Google Shape;506;p81"/>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7" name="Google Shape;507;p81"/>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08" name="Google Shape;508;p81"/>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1">
  <p:cSld name="Two Content_1">
    <p:spTree>
      <p:nvGrpSpPr>
        <p:cNvPr id="509" name="Shape 509"/>
        <p:cNvGrpSpPr/>
        <p:nvPr/>
      </p:nvGrpSpPr>
      <p:grpSpPr>
        <a:xfrm>
          <a:off x="0" y="0"/>
          <a:ext cx="0" cy="0"/>
          <a:chOff x="0" y="0"/>
          <a:chExt cx="0" cy="0"/>
        </a:xfrm>
      </p:grpSpPr>
      <p:sp>
        <p:nvSpPr>
          <p:cNvPr id="510" name="Google Shape;510;p82"/>
          <p:cNvSpPr txBox="1"/>
          <p:nvPr>
            <p:ph idx="1" type="body"/>
          </p:nvPr>
        </p:nvSpPr>
        <p:spPr>
          <a:xfrm>
            <a:off x="1234439" y="1440180"/>
            <a:ext cx="35664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1" name="Google Shape;511;p82"/>
          <p:cNvSpPr txBox="1"/>
          <p:nvPr>
            <p:ph idx="2" type="body"/>
          </p:nvPr>
        </p:nvSpPr>
        <p:spPr>
          <a:xfrm>
            <a:off x="5073254" y="1440180"/>
            <a:ext cx="35679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2" name="Google Shape;512;p82"/>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13" name="Google Shape;513;p82"/>
          <p:cNvSpPr txBox="1"/>
          <p:nvPr>
            <p:ph idx="3" type="body"/>
          </p:nvPr>
        </p:nvSpPr>
        <p:spPr>
          <a:xfrm>
            <a:off x="5074920" y="1200150"/>
            <a:ext cx="356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4" name="Google Shape;514;p82"/>
          <p:cNvSpPr txBox="1"/>
          <p:nvPr>
            <p:ph idx="4" type="body"/>
          </p:nvPr>
        </p:nvSpPr>
        <p:spPr>
          <a:xfrm>
            <a:off x="1235869" y="1200150"/>
            <a:ext cx="35646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5" name="Google Shape;515;p82"/>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marR="0" algn="ctr">
              <a:lnSpc>
                <a:spcPct val="100000"/>
              </a:lnSpc>
              <a:spcBef>
                <a:spcPts val="0"/>
              </a:spcBef>
              <a:spcAft>
                <a:spcPts val="0"/>
              </a:spcAft>
              <a:buClr>
                <a:schemeClr val="lt1"/>
              </a:buClr>
              <a:buSzPts val="1100"/>
              <a:buFont typeface="Arial"/>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6" name="Google Shape;516;p82"/>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2">
  <p:cSld name="Two Content_2">
    <p:spTree>
      <p:nvGrpSpPr>
        <p:cNvPr id="517" name="Shape 517"/>
        <p:cNvGrpSpPr/>
        <p:nvPr/>
      </p:nvGrpSpPr>
      <p:grpSpPr>
        <a:xfrm>
          <a:off x="0" y="0"/>
          <a:ext cx="0" cy="0"/>
          <a:chOff x="0" y="0"/>
          <a:chExt cx="0" cy="0"/>
        </a:xfrm>
      </p:grpSpPr>
      <p:sp>
        <p:nvSpPr>
          <p:cNvPr id="518" name="Google Shape;518;p83"/>
          <p:cNvSpPr txBox="1"/>
          <p:nvPr>
            <p:ph idx="1" type="body"/>
          </p:nvPr>
        </p:nvSpPr>
        <p:spPr>
          <a:xfrm>
            <a:off x="1234439" y="1440180"/>
            <a:ext cx="35664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9" name="Google Shape;519;p83"/>
          <p:cNvSpPr txBox="1"/>
          <p:nvPr>
            <p:ph idx="2" type="body"/>
          </p:nvPr>
        </p:nvSpPr>
        <p:spPr>
          <a:xfrm>
            <a:off x="5073254" y="1440180"/>
            <a:ext cx="3567900" cy="257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0" name="Google Shape;520;p83"/>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21" name="Google Shape;521;p83"/>
          <p:cNvSpPr txBox="1"/>
          <p:nvPr>
            <p:ph idx="3" type="body"/>
          </p:nvPr>
        </p:nvSpPr>
        <p:spPr>
          <a:xfrm>
            <a:off x="5074920" y="1200150"/>
            <a:ext cx="35664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2" name="Google Shape;522;p83"/>
          <p:cNvSpPr txBox="1"/>
          <p:nvPr>
            <p:ph idx="4" type="body"/>
          </p:nvPr>
        </p:nvSpPr>
        <p:spPr>
          <a:xfrm>
            <a:off x="1235869" y="1200150"/>
            <a:ext cx="3564600" cy="1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b="0" i="0"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3" name="Google Shape;523;p83"/>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marR="0" algn="ctr">
              <a:lnSpc>
                <a:spcPct val="100000"/>
              </a:lnSpc>
              <a:spcBef>
                <a:spcPts val="0"/>
              </a:spcBef>
              <a:spcAft>
                <a:spcPts val="0"/>
              </a:spcAft>
              <a:buClr>
                <a:schemeClr val="lt1"/>
              </a:buClr>
              <a:buSzPts val="1100"/>
              <a:buFont typeface="Arial"/>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4" name="Google Shape;524;p83"/>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8">
  <p:cSld name="Title and Content_7">
    <p:spTree>
      <p:nvGrpSpPr>
        <p:cNvPr id="525" name="Shape 525"/>
        <p:cNvGrpSpPr/>
        <p:nvPr/>
      </p:nvGrpSpPr>
      <p:grpSpPr>
        <a:xfrm>
          <a:off x="0" y="0"/>
          <a:ext cx="0" cy="0"/>
          <a:chOff x="0" y="0"/>
          <a:chExt cx="0" cy="0"/>
        </a:xfrm>
      </p:grpSpPr>
      <p:sp>
        <p:nvSpPr>
          <p:cNvPr id="526" name="Google Shape;526;p84"/>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527" name="Google Shape;527;p84"/>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8" name="Google Shape;528;p84"/>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9" name="Google Shape;529;p84"/>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0" name="Google Shape;530;p84"/>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de 1">
  <p:cSld name="Two Content Wide_1">
    <p:spTree>
      <p:nvGrpSpPr>
        <p:cNvPr id="531" name="Shape 531"/>
        <p:cNvGrpSpPr/>
        <p:nvPr/>
      </p:nvGrpSpPr>
      <p:grpSpPr>
        <a:xfrm>
          <a:off x="0" y="0"/>
          <a:ext cx="0" cy="0"/>
          <a:chOff x="0" y="0"/>
          <a:chExt cx="0" cy="0"/>
        </a:xfrm>
      </p:grpSpPr>
      <p:sp>
        <p:nvSpPr>
          <p:cNvPr id="532" name="Google Shape;532;p85"/>
          <p:cNvSpPr txBox="1"/>
          <p:nvPr>
            <p:ph idx="1" type="body"/>
          </p:nvPr>
        </p:nvSpPr>
        <p:spPr>
          <a:xfrm>
            <a:off x="27432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3" name="Google Shape;533;p85"/>
          <p:cNvSpPr txBox="1"/>
          <p:nvPr>
            <p:ph idx="2" type="body"/>
          </p:nvPr>
        </p:nvSpPr>
        <p:spPr>
          <a:xfrm>
            <a:off x="459486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4" name="Google Shape;534;p85"/>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35" name="Google Shape;535;p85"/>
          <p:cNvSpPr txBox="1"/>
          <p:nvPr>
            <p:ph idx="3" type="body"/>
          </p:nvPr>
        </p:nvSpPr>
        <p:spPr>
          <a:xfrm>
            <a:off x="273844"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6" name="Google Shape;536;p85"/>
          <p:cNvSpPr txBox="1"/>
          <p:nvPr>
            <p:ph idx="4" type="body"/>
          </p:nvPr>
        </p:nvSpPr>
        <p:spPr>
          <a:xfrm>
            <a:off x="4594145"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7" name="Google Shape;537;p85"/>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8" name="Google Shape;538;p85"/>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de 2">
  <p:cSld name="Two Content Wide_2">
    <p:spTree>
      <p:nvGrpSpPr>
        <p:cNvPr id="539" name="Shape 539"/>
        <p:cNvGrpSpPr/>
        <p:nvPr/>
      </p:nvGrpSpPr>
      <p:grpSpPr>
        <a:xfrm>
          <a:off x="0" y="0"/>
          <a:ext cx="0" cy="0"/>
          <a:chOff x="0" y="0"/>
          <a:chExt cx="0" cy="0"/>
        </a:xfrm>
      </p:grpSpPr>
      <p:sp>
        <p:nvSpPr>
          <p:cNvPr id="540" name="Google Shape;540;p86"/>
          <p:cNvSpPr txBox="1"/>
          <p:nvPr>
            <p:ph idx="1" type="body"/>
          </p:nvPr>
        </p:nvSpPr>
        <p:spPr>
          <a:xfrm>
            <a:off x="27432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1" name="Google Shape;541;p86"/>
          <p:cNvSpPr txBox="1"/>
          <p:nvPr>
            <p:ph idx="2" type="body"/>
          </p:nvPr>
        </p:nvSpPr>
        <p:spPr>
          <a:xfrm>
            <a:off x="459486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2" name="Google Shape;542;p86"/>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43" name="Google Shape;543;p86"/>
          <p:cNvSpPr txBox="1"/>
          <p:nvPr>
            <p:ph idx="3" type="body"/>
          </p:nvPr>
        </p:nvSpPr>
        <p:spPr>
          <a:xfrm>
            <a:off x="273844"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4" name="Google Shape;544;p86"/>
          <p:cNvSpPr txBox="1"/>
          <p:nvPr>
            <p:ph idx="4" type="body"/>
          </p:nvPr>
        </p:nvSpPr>
        <p:spPr>
          <a:xfrm>
            <a:off x="4594145"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5" name="Google Shape;545;p86"/>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6" name="Google Shape;546;p86"/>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de 3">
  <p:cSld name="Two Content Wide_3">
    <p:spTree>
      <p:nvGrpSpPr>
        <p:cNvPr id="547" name="Shape 547"/>
        <p:cNvGrpSpPr/>
        <p:nvPr/>
      </p:nvGrpSpPr>
      <p:grpSpPr>
        <a:xfrm>
          <a:off x="0" y="0"/>
          <a:ext cx="0" cy="0"/>
          <a:chOff x="0" y="0"/>
          <a:chExt cx="0" cy="0"/>
        </a:xfrm>
      </p:grpSpPr>
      <p:sp>
        <p:nvSpPr>
          <p:cNvPr id="548" name="Google Shape;548;p87"/>
          <p:cNvSpPr txBox="1"/>
          <p:nvPr>
            <p:ph idx="1" type="body"/>
          </p:nvPr>
        </p:nvSpPr>
        <p:spPr>
          <a:xfrm>
            <a:off x="27432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9" name="Google Shape;549;p87"/>
          <p:cNvSpPr txBox="1"/>
          <p:nvPr>
            <p:ph idx="2" type="body"/>
          </p:nvPr>
        </p:nvSpPr>
        <p:spPr>
          <a:xfrm>
            <a:off x="459486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0" name="Google Shape;550;p87"/>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51" name="Google Shape;551;p87"/>
          <p:cNvSpPr txBox="1"/>
          <p:nvPr>
            <p:ph idx="3" type="body"/>
          </p:nvPr>
        </p:nvSpPr>
        <p:spPr>
          <a:xfrm>
            <a:off x="273844"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2" name="Google Shape;552;p87"/>
          <p:cNvSpPr txBox="1"/>
          <p:nvPr>
            <p:ph idx="4" type="body"/>
          </p:nvPr>
        </p:nvSpPr>
        <p:spPr>
          <a:xfrm>
            <a:off x="4594145"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3" name="Google Shape;553;p87"/>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4" name="Google Shape;554;p87"/>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de 4">
  <p:cSld name="Two Content Wide_4">
    <p:spTree>
      <p:nvGrpSpPr>
        <p:cNvPr id="555" name="Shape 555"/>
        <p:cNvGrpSpPr/>
        <p:nvPr/>
      </p:nvGrpSpPr>
      <p:grpSpPr>
        <a:xfrm>
          <a:off x="0" y="0"/>
          <a:ext cx="0" cy="0"/>
          <a:chOff x="0" y="0"/>
          <a:chExt cx="0" cy="0"/>
        </a:xfrm>
      </p:grpSpPr>
      <p:sp>
        <p:nvSpPr>
          <p:cNvPr id="556" name="Google Shape;556;p88"/>
          <p:cNvSpPr txBox="1"/>
          <p:nvPr>
            <p:ph idx="1" type="body"/>
          </p:nvPr>
        </p:nvSpPr>
        <p:spPr>
          <a:xfrm>
            <a:off x="27432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7" name="Google Shape;557;p88"/>
          <p:cNvSpPr txBox="1"/>
          <p:nvPr>
            <p:ph idx="2" type="body"/>
          </p:nvPr>
        </p:nvSpPr>
        <p:spPr>
          <a:xfrm>
            <a:off x="459486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8" name="Google Shape;558;p88"/>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59" name="Google Shape;559;p88"/>
          <p:cNvSpPr txBox="1"/>
          <p:nvPr>
            <p:ph idx="3" type="body"/>
          </p:nvPr>
        </p:nvSpPr>
        <p:spPr>
          <a:xfrm>
            <a:off x="273844"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0" name="Google Shape;560;p88"/>
          <p:cNvSpPr txBox="1"/>
          <p:nvPr>
            <p:ph idx="4" type="body"/>
          </p:nvPr>
        </p:nvSpPr>
        <p:spPr>
          <a:xfrm>
            <a:off x="4594145"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1" name="Google Shape;561;p88"/>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2" name="Google Shape;562;p88"/>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_1">
    <p:spTree>
      <p:nvGrpSpPr>
        <p:cNvPr id="563" name="Shape 563"/>
        <p:cNvGrpSpPr/>
        <p:nvPr/>
      </p:nvGrpSpPr>
      <p:grpSpPr>
        <a:xfrm>
          <a:off x="0" y="0"/>
          <a:ext cx="0" cy="0"/>
          <a:chOff x="0" y="0"/>
          <a:chExt cx="0" cy="0"/>
        </a:xfrm>
      </p:grpSpPr>
      <p:sp>
        <p:nvSpPr>
          <p:cNvPr id="564" name="Google Shape;564;p89"/>
          <p:cNvSpPr txBox="1"/>
          <p:nvPr/>
        </p:nvSpPr>
        <p:spPr>
          <a:xfrm>
            <a:off x="7340645" y="4913946"/>
            <a:ext cx="1649700" cy="1122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None/>
            </a:pPr>
            <a:r>
              <a:t/>
            </a:r>
            <a:endParaRPr b="0" i="0" sz="5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9">
  <p:cSld name="Title and Content_8">
    <p:spTree>
      <p:nvGrpSpPr>
        <p:cNvPr id="565" name="Shape 565"/>
        <p:cNvGrpSpPr/>
        <p:nvPr/>
      </p:nvGrpSpPr>
      <p:grpSpPr>
        <a:xfrm>
          <a:off x="0" y="0"/>
          <a:ext cx="0" cy="0"/>
          <a:chOff x="0" y="0"/>
          <a:chExt cx="0" cy="0"/>
        </a:xfrm>
      </p:grpSpPr>
      <p:sp>
        <p:nvSpPr>
          <p:cNvPr id="566" name="Google Shape;566;p90"/>
          <p:cNvSpPr txBox="1"/>
          <p:nvPr>
            <p:ph type="title"/>
          </p:nvPr>
        </p:nvSpPr>
        <p:spPr>
          <a:xfrm>
            <a:off x="3621077" y="2410587"/>
            <a:ext cx="4251900" cy="522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b="1" i="0" sz="3300">
                <a:solidFill>
                  <a:schemeClr val="lt1"/>
                </a:solidFill>
                <a:latin typeface="Arial Black"/>
                <a:ea typeface="Arial Black"/>
                <a:cs typeface="Arial Black"/>
                <a:sym typeface="Arial Black"/>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567" name="Google Shape;567;p90"/>
          <p:cNvSpPr txBox="1"/>
          <p:nvPr>
            <p:ph idx="1" type="body"/>
          </p:nvPr>
        </p:nvSpPr>
        <p:spPr>
          <a:xfrm>
            <a:off x="157894" y="1323213"/>
            <a:ext cx="8088600" cy="35025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100"/>
              <a:buNone/>
              <a:defRPr b="1" i="0" sz="900">
                <a:solidFill>
                  <a:srgbClr val="595959"/>
                </a:solidFill>
                <a:latin typeface="Arial"/>
                <a:ea typeface="Arial"/>
                <a:cs typeface="Arial"/>
                <a:sym typeface="Arial"/>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568" name="Google Shape;568;p90"/>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sz="1100">
                <a:solidFill>
                  <a:srgbClr val="888888"/>
                </a:solidFill>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69" name="Google Shape;569;p90"/>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sz="1100">
                <a:solidFill>
                  <a:srgbClr val="888888"/>
                </a:solidFill>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70" name="Google Shape;570;p90"/>
          <p:cNvSpPr txBox="1"/>
          <p:nvPr>
            <p:ph idx="12" type="sldNum"/>
          </p:nvPr>
        </p:nvSpPr>
        <p:spPr>
          <a:xfrm>
            <a:off x="8556784" y="4749851"/>
            <a:ext cx="548700" cy="153900"/>
          </a:xfrm>
          <a:prstGeom prst="rect">
            <a:avLst/>
          </a:prstGeom>
          <a:noFill/>
          <a:ln>
            <a:noFill/>
          </a:ln>
        </p:spPr>
        <p:txBody>
          <a:bodyPr anchorCtr="0" anchor="t" bIns="0" lIns="0" spcFirstLastPara="1" rIns="0" wrap="square" tIns="0">
            <a:spAutoFit/>
          </a:bodyPr>
          <a:lstStyle>
            <a:lvl1pPr indent="0" lvl="0" marL="12700" marR="0" algn="r">
              <a:lnSpc>
                <a:spcPct val="100000"/>
              </a:lnSpc>
              <a:spcBef>
                <a:spcPts val="0"/>
              </a:spcBef>
              <a:spcAft>
                <a:spcPts val="0"/>
              </a:spcAft>
              <a:buClr>
                <a:srgbClr val="000000"/>
              </a:buClr>
              <a:buSzPts val="500"/>
              <a:buFont typeface="Arial"/>
              <a:buNone/>
              <a:defRPr b="0" i="0" sz="1000" u="none" cap="none" strike="noStrike">
                <a:solidFill>
                  <a:srgbClr val="595959"/>
                </a:solidFill>
                <a:latin typeface="Arial"/>
                <a:ea typeface="Arial"/>
                <a:cs typeface="Arial"/>
                <a:sym typeface="Arial"/>
              </a:defRPr>
            </a:lvl1pPr>
            <a:lvl2pPr indent="0" lvl="1" marL="12700" marR="0" algn="r">
              <a:lnSpc>
                <a:spcPct val="100000"/>
              </a:lnSpc>
              <a:spcBef>
                <a:spcPts val="0"/>
              </a:spcBef>
              <a:spcAft>
                <a:spcPts val="0"/>
              </a:spcAft>
              <a:buClr>
                <a:srgbClr val="000000"/>
              </a:buClr>
              <a:buSzPts val="500"/>
              <a:buFont typeface="Arial"/>
              <a:buNone/>
              <a:defRPr b="0" i="0" sz="1000" u="none" cap="none" strike="noStrike">
                <a:solidFill>
                  <a:srgbClr val="595959"/>
                </a:solidFill>
                <a:latin typeface="Arial"/>
                <a:ea typeface="Arial"/>
                <a:cs typeface="Arial"/>
                <a:sym typeface="Arial"/>
              </a:defRPr>
            </a:lvl2pPr>
            <a:lvl3pPr indent="0" lvl="2" marL="12700" marR="0" algn="r">
              <a:lnSpc>
                <a:spcPct val="100000"/>
              </a:lnSpc>
              <a:spcBef>
                <a:spcPts val="0"/>
              </a:spcBef>
              <a:spcAft>
                <a:spcPts val="0"/>
              </a:spcAft>
              <a:buClr>
                <a:srgbClr val="000000"/>
              </a:buClr>
              <a:buSzPts val="500"/>
              <a:buFont typeface="Arial"/>
              <a:buNone/>
              <a:defRPr b="0" i="0" sz="1000" u="none" cap="none" strike="noStrike">
                <a:solidFill>
                  <a:srgbClr val="595959"/>
                </a:solidFill>
                <a:latin typeface="Arial"/>
                <a:ea typeface="Arial"/>
                <a:cs typeface="Arial"/>
                <a:sym typeface="Arial"/>
              </a:defRPr>
            </a:lvl3pPr>
            <a:lvl4pPr indent="0" lvl="3" marL="12700" marR="0" algn="r">
              <a:lnSpc>
                <a:spcPct val="100000"/>
              </a:lnSpc>
              <a:spcBef>
                <a:spcPts val="0"/>
              </a:spcBef>
              <a:spcAft>
                <a:spcPts val="0"/>
              </a:spcAft>
              <a:buClr>
                <a:srgbClr val="000000"/>
              </a:buClr>
              <a:buSzPts val="500"/>
              <a:buFont typeface="Arial"/>
              <a:buNone/>
              <a:defRPr b="0" i="0" sz="1000" u="none" cap="none" strike="noStrike">
                <a:solidFill>
                  <a:srgbClr val="595959"/>
                </a:solidFill>
                <a:latin typeface="Arial"/>
                <a:ea typeface="Arial"/>
                <a:cs typeface="Arial"/>
                <a:sym typeface="Arial"/>
              </a:defRPr>
            </a:lvl4pPr>
            <a:lvl5pPr indent="0" lvl="4" marL="12700" marR="0" algn="r">
              <a:lnSpc>
                <a:spcPct val="100000"/>
              </a:lnSpc>
              <a:spcBef>
                <a:spcPts val="0"/>
              </a:spcBef>
              <a:spcAft>
                <a:spcPts val="0"/>
              </a:spcAft>
              <a:buClr>
                <a:srgbClr val="000000"/>
              </a:buClr>
              <a:buSzPts val="500"/>
              <a:buFont typeface="Arial"/>
              <a:buNone/>
              <a:defRPr b="0" i="0" sz="1000" u="none" cap="none" strike="noStrike">
                <a:solidFill>
                  <a:srgbClr val="595959"/>
                </a:solidFill>
                <a:latin typeface="Arial"/>
                <a:ea typeface="Arial"/>
                <a:cs typeface="Arial"/>
                <a:sym typeface="Arial"/>
              </a:defRPr>
            </a:lvl5pPr>
            <a:lvl6pPr indent="0" lvl="5" marL="12700" marR="0" algn="r">
              <a:lnSpc>
                <a:spcPct val="100000"/>
              </a:lnSpc>
              <a:spcBef>
                <a:spcPts val="0"/>
              </a:spcBef>
              <a:spcAft>
                <a:spcPts val="0"/>
              </a:spcAft>
              <a:buClr>
                <a:srgbClr val="000000"/>
              </a:buClr>
              <a:buSzPts val="500"/>
              <a:buFont typeface="Arial"/>
              <a:buNone/>
              <a:defRPr b="0" i="0" sz="1000" u="none" cap="none" strike="noStrike">
                <a:solidFill>
                  <a:srgbClr val="595959"/>
                </a:solidFill>
                <a:latin typeface="Arial"/>
                <a:ea typeface="Arial"/>
                <a:cs typeface="Arial"/>
                <a:sym typeface="Arial"/>
              </a:defRPr>
            </a:lvl6pPr>
            <a:lvl7pPr indent="0" lvl="6" marL="12700" marR="0" algn="r">
              <a:lnSpc>
                <a:spcPct val="100000"/>
              </a:lnSpc>
              <a:spcBef>
                <a:spcPts val="0"/>
              </a:spcBef>
              <a:spcAft>
                <a:spcPts val="0"/>
              </a:spcAft>
              <a:buClr>
                <a:srgbClr val="000000"/>
              </a:buClr>
              <a:buSzPts val="500"/>
              <a:buFont typeface="Arial"/>
              <a:buNone/>
              <a:defRPr b="0" i="0" sz="1000" u="none" cap="none" strike="noStrike">
                <a:solidFill>
                  <a:srgbClr val="595959"/>
                </a:solidFill>
                <a:latin typeface="Arial"/>
                <a:ea typeface="Arial"/>
                <a:cs typeface="Arial"/>
                <a:sym typeface="Arial"/>
              </a:defRPr>
            </a:lvl7pPr>
            <a:lvl8pPr indent="0" lvl="7" marL="12700" marR="0" algn="r">
              <a:lnSpc>
                <a:spcPct val="100000"/>
              </a:lnSpc>
              <a:spcBef>
                <a:spcPts val="0"/>
              </a:spcBef>
              <a:spcAft>
                <a:spcPts val="0"/>
              </a:spcAft>
              <a:buClr>
                <a:srgbClr val="000000"/>
              </a:buClr>
              <a:buSzPts val="500"/>
              <a:buFont typeface="Arial"/>
              <a:buNone/>
              <a:defRPr b="0" i="0" sz="1000" u="none" cap="none" strike="noStrike">
                <a:solidFill>
                  <a:srgbClr val="595959"/>
                </a:solidFill>
                <a:latin typeface="Arial"/>
                <a:ea typeface="Arial"/>
                <a:cs typeface="Arial"/>
                <a:sym typeface="Arial"/>
              </a:defRPr>
            </a:lvl8pPr>
            <a:lvl9pPr indent="0" lvl="8" marL="12700" marR="0" algn="r">
              <a:lnSpc>
                <a:spcPct val="100000"/>
              </a:lnSpc>
              <a:spcBef>
                <a:spcPts val="0"/>
              </a:spcBef>
              <a:spcAft>
                <a:spcPts val="0"/>
              </a:spcAft>
              <a:buClr>
                <a:srgbClr val="000000"/>
              </a:buClr>
              <a:buSzPts val="500"/>
              <a:buFont typeface="Arial"/>
              <a:buNone/>
              <a:defRPr b="0" i="0" sz="1000" u="none" cap="none" strike="noStrike">
                <a:solidFill>
                  <a:srgbClr val="595959"/>
                </a:solidFill>
                <a:latin typeface="Arial"/>
                <a:ea typeface="Arial"/>
                <a:cs typeface="Arial"/>
                <a:sym typeface="Arial"/>
              </a:defRPr>
            </a:lvl9pPr>
          </a:lstStyle>
          <a:p>
            <a:pPr indent="0" lvl="0" marL="1270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0">
  <p:cSld name="Title and Content_9">
    <p:spTree>
      <p:nvGrpSpPr>
        <p:cNvPr id="571" name="Shape 571"/>
        <p:cNvGrpSpPr/>
        <p:nvPr/>
      </p:nvGrpSpPr>
      <p:grpSpPr>
        <a:xfrm>
          <a:off x="0" y="0"/>
          <a:ext cx="0" cy="0"/>
          <a:chOff x="0" y="0"/>
          <a:chExt cx="0" cy="0"/>
        </a:xfrm>
      </p:grpSpPr>
      <p:sp>
        <p:nvSpPr>
          <p:cNvPr id="572" name="Google Shape;572;p91"/>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573" name="Google Shape;573;p91"/>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4" name="Google Shape;574;p91"/>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5" name="Google Shape;575;p91"/>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76" name="Google Shape;576;p91"/>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1">
  <p:cSld name="Title and Content_10">
    <p:spTree>
      <p:nvGrpSpPr>
        <p:cNvPr id="577" name="Shape 577"/>
        <p:cNvGrpSpPr/>
        <p:nvPr/>
      </p:nvGrpSpPr>
      <p:grpSpPr>
        <a:xfrm>
          <a:off x="0" y="0"/>
          <a:ext cx="0" cy="0"/>
          <a:chOff x="0" y="0"/>
          <a:chExt cx="0" cy="0"/>
        </a:xfrm>
      </p:grpSpPr>
      <p:sp>
        <p:nvSpPr>
          <p:cNvPr id="578" name="Google Shape;578;p92"/>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92"/>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0" name="Google Shape;580;p92"/>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1" name="Google Shape;581;p92"/>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82" name="Google Shape;582;p92"/>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2">
  <p:cSld name="Title and Content_11">
    <p:spTree>
      <p:nvGrpSpPr>
        <p:cNvPr id="583" name="Shape 583"/>
        <p:cNvGrpSpPr/>
        <p:nvPr/>
      </p:nvGrpSpPr>
      <p:grpSpPr>
        <a:xfrm>
          <a:off x="0" y="0"/>
          <a:ext cx="0" cy="0"/>
          <a:chOff x="0" y="0"/>
          <a:chExt cx="0" cy="0"/>
        </a:xfrm>
      </p:grpSpPr>
      <p:sp>
        <p:nvSpPr>
          <p:cNvPr id="584" name="Google Shape;584;p93"/>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85" name="Google Shape;585;p93"/>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6" name="Google Shape;586;p93"/>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7" name="Google Shape;587;p93"/>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88" name="Google Shape;588;p93"/>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3">
  <p:cSld name="Title and Content_12">
    <p:spTree>
      <p:nvGrpSpPr>
        <p:cNvPr id="589" name="Shape 589"/>
        <p:cNvGrpSpPr/>
        <p:nvPr/>
      </p:nvGrpSpPr>
      <p:grpSpPr>
        <a:xfrm>
          <a:off x="0" y="0"/>
          <a:ext cx="0" cy="0"/>
          <a:chOff x="0" y="0"/>
          <a:chExt cx="0" cy="0"/>
        </a:xfrm>
      </p:grpSpPr>
      <p:sp>
        <p:nvSpPr>
          <p:cNvPr id="590" name="Google Shape;590;p94"/>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591" name="Google Shape;591;p94"/>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2" name="Google Shape;592;p94"/>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3" name="Google Shape;593;p94"/>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94" name="Google Shape;594;p94"/>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4">
  <p:cSld name="Title and Content_13">
    <p:spTree>
      <p:nvGrpSpPr>
        <p:cNvPr id="595" name="Shape 595"/>
        <p:cNvGrpSpPr/>
        <p:nvPr/>
      </p:nvGrpSpPr>
      <p:grpSpPr>
        <a:xfrm>
          <a:off x="0" y="0"/>
          <a:ext cx="0" cy="0"/>
          <a:chOff x="0" y="0"/>
          <a:chExt cx="0" cy="0"/>
        </a:xfrm>
      </p:grpSpPr>
      <p:sp>
        <p:nvSpPr>
          <p:cNvPr id="596" name="Google Shape;596;p95"/>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97" name="Google Shape;597;p95"/>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8" name="Google Shape;598;p95"/>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9" name="Google Shape;599;p95"/>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00" name="Google Shape;600;p95"/>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de 5">
  <p:cSld name="Two Content Wide_5">
    <p:spTree>
      <p:nvGrpSpPr>
        <p:cNvPr id="601" name="Shape 601"/>
        <p:cNvGrpSpPr/>
        <p:nvPr/>
      </p:nvGrpSpPr>
      <p:grpSpPr>
        <a:xfrm>
          <a:off x="0" y="0"/>
          <a:ext cx="0" cy="0"/>
          <a:chOff x="0" y="0"/>
          <a:chExt cx="0" cy="0"/>
        </a:xfrm>
      </p:grpSpPr>
      <p:sp>
        <p:nvSpPr>
          <p:cNvPr id="602" name="Google Shape;602;p96"/>
          <p:cNvSpPr txBox="1"/>
          <p:nvPr>
            <p:ph idx="1" type="body"/>
          </p:nvPr>
        </p:nvSpPr>
        <p:spPr>
          <a:xfrm>
            <a:off x="27432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3" name="Google Shape;603;p96"/>
          <p:cNvSpPr txBox="1"/>
          <p:nvPr>
            <p:ph idx="2" type="body"/>
          </p:nvPr>
        </p:nvSpPr>
        <p:spPr>
          <a:xfrm>
            <a:off x="459486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4" name="Google Shape;604;p96"/>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05" name="Google Shape;605;p96"/>
          <p:cNvSpPr txBox="1"/>
          <p:nvPr>
            <p:ph idx="3" type="body"/>
          </p:nvPr>
        </p:nvSpPr>
        <p:spPr>
          <a:xfrm>
            <a:off x="273844"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6" name="Google Shape;606;p96"/>
          <p:cNvSpPr txBox="1"/>
          <p:nvPr>
            <p:ph idx="4" type="body"/>
          </p:nvPr>
        </p:nvSpPr>
        <p:spPr>
          <a:xfrm>
            <a:off x="4594145"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7" name="Google Shape;607;p96"/>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8" name="Google Shape;608;p96"/>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1 1">
  <p:cSld name="Title and Content 2 1">
    <p:spTree>
      <p:nvGrpSpPr>
        <p:cNvPr id="609" name="Shape 609"/>
        <p:cNvGrpSpPr/>
        <p:nvPr/>
      </p:nvGrpSpPr>
      <p:grpSpPr>
        <a:xfrm>
          <a:off x="0" y="0"/>
          <a:ext cx="0" cy="0"/>
          <a:chOff x="0" y="0"/>
          <a:chExt cx="0" cy="0"/>
        </a:xfrm>
      </p:grpSpPr>
      <p:sp>
        <p:nvSpPr>
          <p:cNvPr id="610" name="Google Shape;610;p97"/>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11" name="Google Shape;611;p97"/>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marR="0" algn="l">
              <a:lnSpc>
                <a:spcPct val="11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algn="l">
              <a:lnSpc>
                <a:spcPct val="11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algn="l">
              <a:lnSpc>
                <a:spcPct val="11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algn="l">
              <a:lnSpc>
                <a:spcPct val="11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algn="l">
              <a:lnSpc>
                <a:spcPct val="11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12" name="Google Shape;612;p97"/>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marR="0" algn="ctr">
              <a:lnSpc>
                <a:spcPct val="100000"/>
              </a:lnSpc>
              <a:spcBef>
                <a:spcPts val="0"/>
              </a:spcBef>
              <a:spcAft>
                <a:spcPts val="0"/>
              </a:spcAft>
              <a:buClr>
                <a:schemeClr val="lt1"/>
              </a:buClr>
              <a:buSzPts val="1100"/>
              <a:buFont typeface="Arial"/>
              <a:buNone/>
              <a:defRPr b="1" i="0" sz="1100" u="none" cap="none" strike="noStrike">
                <a:solidFill>
                  <a:schemeClr val="lt1"/>
                </a:solidFill>
                <a:latin typeface="Century Gothic"/>
                <a:ea typeface="Century Gothic"/>
                <a:cs typeface="Century Gothic"/>
                <a:sym typeface="Century Gothic"/>
              </a:defRPr>
            </a:lvl1pPr>
            <a:lvl2pPr indent="-228600" lvl="1" marL="914400" marR="0" algn="l">
              <a:lnSpc>
                <a:spcPct val="110000"/>
              </a:lnSpc>
              <a:spcBef>
                <a:spcPts val="0"/>
              </a:spcBef>
              <a:spcAft>
                <a:spcPts val="0"/>
              </a:spcAft>
              <a:buClr>
                <a:schemeClr val="dk1"/>
              </a:buClr>
              <a:buSzPts val="1400"/>
              <a:buFont typeface="Arial"/>
              <a:buNone/>
              <a:defRPr b="0" i="0" sz="1100" u="none" cap="none" strike="noStrike">
                <a:solidFill>
                  <a:srgbClr val="000000"/>
                </a:solidFill>
                <a:latin typeface="Arial"/>
                <a:ea typeface="Arial"/>
                <a:cs typeface="Arial"/>
                <a:sym typeface="Arial"/>
              </a:defRPr>
            </a:lvl2pPr>
            <a:lvl3pPr indent="-228600" lvl="2" marL="1371600" marR="0" algn="l">
              <a:lnSpc>
                <a:spcPct val="110000"/>
              </a:lnSpc>
              <a:spcBef>
                <a:spcPts val="0"/>
              </a:spcBef>
              <a:spcAft>
                <a:spcPts val="0"/>
              </a:spcAft>
              <a:buClr>
                <a:schemeClr val="dk1"/>
              </a:buClr>
              <a:buSzPts val="1400"/>
              <a:buFont typeface="Arial"/>
              <a:buNone/>
              <a:defRPr b="0" i="0" sz="1100" u="none" cap="none" strike="noStrike">
                <a:solidFill>
                  <a:srgbClr val="000000"/>
                </a:solidFill>
                <a:latin typeface="Arial"/>
                <a:ea typeface="Arial"/>
                <a:cs typeface="Arial"/>
                <a:sym typeface="Arial"/>
              </a:defRPr>
            </a:lvl3pPr>
            <a:lvl4pPr indent="-228600" lvl="3" marL="1828800" marR="0" algn="l">
              <a:lnSpc>
                <a:spcPct val="110000"/>
              </a:lnSpc>
              <a:spcBef>
                <a:spcPts val="0"/>
              </a:spcBef>
              <a:spcAft>
                <a:spcPts val="0"/>
              </a:spcAft>
              <a:buClr>
                <a:schemeClr val="dk1"/>
              </a:buClr>
              <a:buSzPts val="1400"/>
              <a:buFont typeface="Arial"/>
              <a:buNone/>
              <a:defRPr b="0" i="0" sz="1100" u="none" cap="none" strike="noStrike">
                <a:solidFill>
                  <a:srgbClr val="000000"/>
                </a:solidFill>
                <a:latin typeface="Arial"/>
                <a:ea typeface="Arial"/>
                <a:cs typeface="Arial"/>
                <a:sym typeface="Arial"/>
              </a:defRPr>
            </a:lvl4pPr>
            <a:lvl5pPr indent="-228600" lvl="4" marL="2286000" marR="0" algn="l">
              <a:lnSpc>
                <a:spcPct val="110000"/>
              </a:lnSpc>
              <a:spcBef>
                <a:spcPts val="0"/>
              </a:spcBef>
              <a:spcAft>
                <a:spcPts val="0"/>
              </a:spcAft>
              <a:buClr>
                <a:schemeClr val="dk1"/>
              </a:buClr>
              <a:buSzPts val="1400"/>
              <a:buFont typeface="Arial"/>
              <a:buNone/>
              <a:defRPr b="0" i="0" sz="1100" u="none" cap="none" strike="noStrike">
                <a:solidFill>
                  <a:srgbClr val="000000"/>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13" name="Google Shape;613;p97"/>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14" name="Google Shape;614;p97"/>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marR="0" algn="l">
              <a:lnSpc>
                <a:spcPct val="110000"/>
              </a:lnSpc>
              <a:spcBef>
                <a:spcPts val="0"/>
              </a:spcBef>
              <a:spcAft>
                <a:spcPts val="0"/>
              </a:spcAft>
              <a:buClr>
                <a:schemeClr val="dk1"/>
              </a:buClr>
              <a:buSzPts val="900"/>
              <a:buFont typeface="Arial"/>
              <a:buNone/>
              <a:defRPr b="0" i="0" sz="900" u="none" cap="none" strike="noStrike">
                <a:solidFill>
                  <a:srgbClr val="000000"/>
                </a:solidFill>
                <a:latin typeface="Arial Black"/>
                <a:ea typeface="Arial Black"/>
                <a:cs typeface="Arial Black"/>
                <a:sym typeface="Arial Black"/>
              </a:defRPr>
            </a:lvl1pPr>
            <a:lvl2pPr indent="-228600" lvl="1" marL="914400" marR="0" algn="l">
              <a:lnSpc>
                <a:spcPct val="110000"/>
              </a:lnSpc>
              <a:spcBef>
                <a:spcPts val="0"/>
              </a:spcBef>
              <a:spcAft>
                <a:spcPts val="0"/>
              </a:spcAft>
              <a:buClr>
                <a:schemeClr val="dk1"/>
              </a:buClr>
              <a:buSzPts val="1400"/>
              <a:buFont typeface="Arial"/>
              <a:buNone/>
              <a:defRPr b="0" i="0" sz="1100" u="none" cap="none" strike="noStrike">
                <a:solidFill>
                  <a:srgbClr val="000000"/>
                </a:solidFill>
                <a:latin typeface="Arial"/>
                <a:ea typeface="Arial"/>
                <a:cs typeface="Arial"/>
                <a:sym typeface="Arial"/>
              </a:defRPr>
            </a:lvl2pPr>
            <a:lvl3pPr indent="-228600" lvl="2" marL="1371600" marR="0" algn="l">
              <a:lnSpc>
                <a:spcPct val="110000"/>
              </a:lnSpc>
              <a:spcBef>
                <a:spcPts val="0"/>
              </a:spcBef>
              <a:spcAft>
                <a:spcPts val="0"/>
              </a:spcAft>
              <a:buClr>
                <a:schemeClr val="dk1"/>
              </a:buClr>
              <a:buSzPts val="1400"/>
              <a:buFont typeface="Arial"/>
              <a:buNone/>
              <a:defRPr b="0" i="0" sz="1100" u="none" cap="none" strike="noStrike">
                <a:solidFill>
                  <a:srgbClr val="000000"/>
                </a:solidFill>
                <a:latin typeface="Arial"/>
                <a:ea typeface="Arial"/>
                <a:cs typeface="Arial"/>
                <a:sym typeface="Arial"/>
              </a:defRPr>
            </a:lvl3pPr>
            <a:lvl4pPr indent="-228600" lvl="3" marL="1828800" marR="0" algn="l">
              <a:lnSpc>
                <a:spcPct val="110000"/>
              </a:lnSpc>
              <a:spcBef>
                <a:spcPts val="0"/>
              </a:spcBef>
              <a:spcAft>
                <a:spcPts val="0"/>
              </a:spcAft>
              <a:buClr>
                <a:schemeClr val="dk1"/>
              </a:buClr>
              <a:buSzPts val="1400"/>
              <a:buFont typeface="Arial"/>
              <a:buNone/>
              <a:defRPr b="0" i="0" sz="1100" u="none" cap="none" strike="noStrike">
                <a:solidFill>
                  <a:srgbClr val="000000"/>
                </a:solidFill>
                <a:latin typeface="Arial"/>
                <a:ea typeface="Arial"/>
                <a:cs typeface="Arial"/>
                <a:sym typeface="Arial"/>
              </a:defRPr>
            </a:lvl4pPr>
            <a:lvl5pPr indent="-228600" lvl="4" marL="2286000" marR="0" algn="l">
              <a:lnSpc>
                <a:spcPct val="110000"/>
              </a:lnSpc>
              <a:spcBef>
                <a:spcPts val="0"/>
              </a:spcBef>
              <a:spcAft>
                <a:spcPts val="0"/>
              </a:spcAft>
              <a:buClr>
                <a:schemeClr val="dk1"/>
              </a:buClr>
              <a:buSzPts val="1400"/>
              <a:buFont typeface="Arial"/>
              <a:buNone/>
              <a:defRPr b="0" i="0" sz="1100" u="none" cap="none" strike="noStrike">
                <a:solidFill>
                  <a:srgbClr val="000000"/>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5">
  <p:cSld name="Title and Content_14">
    <p:spTree>
      <p:nvGrpSpPr>
        <p:cNvPr id="615" name="Shape 615"/>
        <p:cNvGrpSpPr/>
        <p:nvPr/>
      </p:nvGrpSpPr>
      <p:grpSpPr>
        <a:xfrm>
          <a:off x="0" y="0"/>
          <a:ext cx="0" cy="0"/>
          <a:chOff x="0" y="0"/>
          <a:chExt cx="0" cy="0"/>
        </a:xfrm>
      </p:grpSpPr>
      <p:sp>
        <p:nvSpPr>
          <p:cNvPr id="616" name="Google Shape;616;p98"/>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617" name="Google Shape;617;p98"/>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8" name="Google Shape;618;p98"/>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9" name="Google Shape;619;p98"/>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20" name="Google Shape;620;p98"/>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6">
  <p:cSld name="Title and Content_15">
    <p:spTree>
      <p:nvGrpSpPr>
        <p:cNvPr id="621" name="Shape 621"/>
        <p:cNvGrpSpPr/>
        <p:nvPr/>
      </p:nvGrpSpPr>
      <p:grpSpPr>
        <a:xfrm>
          <a:off x="0" y="0"/>
          <a:ext cx="0" cy="0"/>
          <a:chOff x="0" y="0"/>
          <a:chExt cx="0" cy="0"/>
        </a:xfrm>
      </p:grpSpPr>
      <p:sp>
        <p:nvSpPr>
          <p:cNvPr id="622" name="Google Shape;622;p99"/>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23" name="Google Shape;623;p99"/>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4" name="Google Shape;624;p99"/>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5" name="Google Shape;625;p99"/>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26" name="Google Shape;626;p99"/>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1">
  <p:cSld name="Title and Content_2_1">
    <p:spTree>
      <p:nvGrpSpPr>
        <p:cNvPr id="627" name="Shape 627"/>
        <p:cNvGrpSpPr/>
        <p:nvPr/>
      </p:nvGrpSpPr>
      <p:grpSpPr>
        <a:xfrm>
          <a:off x="0" y="0"/>
          <a:ext cx="0" cy="0"/>
          <a:chOff x="0" y="0"/>
          <a:chExt cx="0" cy="0"/>
        </a:xfrm>
      </p:grpSpPr>
      <p:sp>
        <p:nvSpPr>
          <p:cNvPr id="628" name="Google Shape;628;p100"/>
          <p:cNvSpPr/>
          <p:nvPr>
            <p:ph idx="2" type="pic"/>
          </p:nvPr>
        </p:nvSpPr>
        <p:spPr>
          <a:xfrm>
            <a:off x="0" y="0"/>
            <a:ext cx="3534900" cy="5143500"/>
          </a:xfrm>
          <a:prstGeom prst="rect">
            <a:avLst/>
          </a:prstGeom>
          <a:noFill/>
          <a:ln>
            <a:noFill/>
          </a:ln>
        </p:spPr>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7">
  <p:cSld name="Title and Content_16">
    <p:spTree>
      <p:nvGrpSpPr>
        <p:cNvPr id="629" name="Shape 629"/>
        <p:cNvGrpSpPr/>
        <p:nvPr/>
      </p:nvGrpSpPr>
      <p:grpSpPr>
        <a:xfrm>
          <a:off x="0" y="0"/>
          <a:ext cx="0" cy="0"/>
          <a:chOff x="0" y="0"/>
          <a:chExt cx="0" cy="0"/>
        </a:xfrm>
      </p:grpSpPr>
      <p:sp>
        <p:nvSpPr>
          <p:cNvPr id="630" name="Google Shape;630;p101"/>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31" name="Google Shape;631;p101"/>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2" name="Google Shape;632;p101"/>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3" name="Google Shape;633;p101"/>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34" name="Google Shape;634;p101"/>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de 6">
  <p:cSld name="Two Content Wide_6">
    <p:spTree>
      <p:nvGrpSpPr>
        <p:cNvPr id="635" name="Shape 635"/>
        <p:cNvGrpSpPr/>
        <p:nvPr/>
      </p:nvGrpSpPr>
      <p:grpSpPr>
        <a:xfrm>
          <a:off x="0" y="0"/>
          <a:ext cx="0" cy="0"/>
          <a:chOff x="0" y="0"/>
          <a:chExt cx="0" cy="0"/>
        </a:xfrm>
      </p:grpSpPr>
      <p:sp>
        <p:nvSpPr>
          <p:cNvPr id="636" name="Google Shape;636;p102"/>
          <p:cNvSpPr txBox="1"/>
          <p:nvPr>
            <p:ph idx="1" type="body"/>
          </p:nvPr>
        </p:nvSpPr>
        <p:spPr>
          <a:xfrm>
            <a:off x="27432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7" name="Google Shape;637;p102"/>
          <p:cNvSpPr txBox="1"/>
          <p:nvPr>
            <p:ph idx="2" type="body"/>
          </p:nvPr>
        </p:nvSpPr>
        <p:spPr>
          <a:xfrm>
            <a:off x="459486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8" name="Google Shape;638;p102"/>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102"/>
          <p:cNvSpPr txBox="1"/>
          <p:nvPr>
            <p:ph idx="3" type="body"/>
          </p:nvPr>
        </p:nvSpPr>
        <p:spPr>
          <a:xfrm>
            <a:off x="273844"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0" name="Google Shape;640;p102"/>
          <p:cNvSpPr txBox="1"/>
          <p:nvPr>
            <p:ph idx="4" type="body"/>
          </p:nvPr>
        </p:nvSpPr>
        <p:spPr>
          <a:xfrm>
            <a:off x="4594145"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1" name="Google Shape;641;p102"/>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2" name="Google Shape;642;p102"/>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ide 7">
  <p:cSld name="Two Content Wide_7">
    <p:spTree>
      <p:nvGrpSpPr>
        <p:cNvPr id="643" name="Shape 643"/>
        <p:cNvGrpSpPr/>
        <p:nvPr/>
      </p:nvGrpSpPr>
      <p:grpSpPr>
        <a:xfrm>
          <a:off x="0" y="0"/>
          <a:ext cx="0" cy="0"/>
          <a:chOff x="0" y="0"/>
          <a:chExt cx="0" cy="0"/>
        </a:xfrm>
      </p:grpSpPr>
      <p:sp>
        <p:nvSpPr>
          <p:cNvPr id="644" name="Google Shape;644;p103"/>
          <p:cNvSpPr txBox="1"/>
          <p:nvPr>
            <p:ph idx="1" type="body"/>
          </p:nvPr>
        </p:nvSpPr>
        <p:spPr>
          <a:xfrm>
            <a:off x="27432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5" name="Google Shape;645;p103"/>
          <p:cNvSpPr txBox="1"/>
          <p:nvPr>
            <p:ph idx="2" type="body"/>
          </p:nvPr>
        </p:nvSpPr>
        <p:spPr>
          <a:xfrm>
            <a:off x="4594860" y="1440179"/>
            <a:ext cx="4046100" cy="2811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6" name="Google Shape;646;p103"/>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47" name="Google Shape;647;p103"/>
          <p:cNvSpPr txBox="1"/>
          <p:nvPr>
            <p:ph idx="3" type="body"/>
          </p:nvPr>
        </p:nvSpPr>
        <p:spPr>
          <a:xfrm>
            <a:off x="273844"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8" name="Google Shape;648;p103"/>
          <p:cNvSpPr txBox="1"/>
          <p:nvPr>
            <p:ph idx="4" type="body"/>
          </p:nvPr>
        </p:nvSpPr>
        <p:spPr>
          <a:xfrm>
            <a:off x="4594145" y="1200150"/>
            <a:ext cx="4046700" cy="173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1100"/>
              <a:buNone/>
              <a:defRPr sz="1100">
                <a:solidFill>
                  <a:schemeClr val="accent1"/>
                </a:solidFill>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2pPr>
            <a:lvl3pPr indent="-228600" lvl="2" marL="13716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3pPr>
            <a:lvl4pPr indent="-228600" lvl="3" marL="18288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4pPr>
            <a:lvl5pPr indent="-228600" lvl="4" marL="2286000" algn="l">
              <a:lnSpc>
                <a:spcPct val="110000"/>
              </a:lnSpc>
              <a:spcBef>
                <a:spcPts val="0"/>
              </a:spcBef>
              <a:spcAft>
                <a:spcPts val="0"/>
              </a:spcAft>
              <a:buClr>
                <a:schemeClr val="dk1"/>
              </a:buClr>
              <a:buSzPts val="1200"/>
              <a:buNone/>
              <a:defRPr sz="1200">
                <a:latin typeface="Arial Black"/>
                <a:ea typeface="Arial Black"/>
                <a:cs typeface="Arial Black"/>
                <a:sym typeface="Arial Black"/>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9" name="Google Shape;649;p103"/>
          <p:cNvSpPr txBox="1"/>
          <p:nvPr>
            <p:ph idx="5"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0" name="Google Shape;650;p103"/>
          <p:cNvSpPr txBox="1"/>
          <p:nvPr>
            <p:ph idx="6"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1">
  <p:cSld name="Three Columns_1">
    <p:spTree>
      <p:nvGrpSpPr>
        <p:cNvPr id="651" name="Shape 651"/>
        <p:cNvGrpSpPr/>
        <p:nvPr/>
      </p:nvGrpSpPr>
      <p:grpSpPr>
        <a:xfrm>
          <a:off x="0" y="0"/>
          <a:ext cx="0" cy="0"/>
          <a:chOff x="0" y="0"/>
          <a:chExt cx="0" cy="0"/>
        </a:xfrm>
      </p:grpSpPr>
      <p:sp>
        <p:nvSpPr>
          <p:cNvPr id="652" name="Google Shape;652;p104"/>
          <p:cNvSpPr txBox="1"/>
          <p:nvPr>
            <p:ph idx="1" type="body"/>
          </p:nvPr>
        </p:nvSpPr>
        <p:spPr>
          <a:xfrm>
            <a:off x="274321" y="1200150"/>
            <a:ext cx="2606100" cy="3054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3" name="Google Shape;653;p104"/>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54" name="Google Shape;654;p104"/>
          <p:cNvSpPr txBox="1"/>
          <p:nvPr>
            <p:ph idx="2" type="body"/>
          </p:nvPr>
        </p:nvSpPr>
        <p:spPr>
          <a:xfrm>
            <a:off x="3156824" y="1200150"/>
            <a:ext cx="2606100" cy="3054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5" name="Google Shape;655;p104"/>
          <p:cNvSpPr txBox="1"/>
          <p:nvPr>
            <p:ph idx="3" type="body"/>
          </p:nvPr>
        </p:nvSpPr>
        <p:spPr>
          <a:xfrm>
            <a:off x="6035040" y="1200150"/>
            <a:ext cx="2606100" cy="3054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6" name="Google Shape;656;p104"/>
          <p:cNvSpPr txBox="1"/>
          <p:nvPr>
            <p:ph idx="4"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7" name="Google Shape;657;p104"/>
          <p:cNvSpPr txBox="1"/>
          <p:nvPr>
            <p:ph idx="5"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bg>
      <p:bgPr>
        <a:solidFill>
          <a:schemeClr val="dk1"/>
        </a:solidFill>
      </p:bgPr>
    </p:bg>
    <p:spTree>
      <p:nvGrpSpPr>
        <p:cNvPr id="658" name="Shape 658"/>
        <p:cNvGrpSpPr/>
        <p:nvPr/>
      </p:nvGrpSpPr>
      <p:grpSpPr>
        <a:xfrm>
          <a:off x="0" y="0"/>
          <a:ext cx="0" cy="0"/>
          <a:chOff x="0" y="0"/>
          <a:chExt cx="0" cy="0"/>
        </a:xfrm>
      </p:grpSpPr>
      <p:pic>
        <p:nvPicPr>
          <p:cNvPr id="659" name="Google Shape;659;p105"/>
          <p:cNvPicPr preferRelativeResize="0"/>
          <p:nvPr/>
        </p:nvPicPr>
        <p:blipFill rotWithShape="1">
          <a:blip r:embed="rId2">
            <a:alphaModFix/>
          </a:blip>
          <a:srcRect b="13474" l="0" r="7373" t="10699"/>
          <a:stretch/>
        </p:blipFill>
        <p:spPr>
          <a:xfrm>
            <a:off x="5503127" y="0"/>
            <a:ext cx="3640874" cy="5143502"/>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8">
  <p:cSld name="Title and Content_17">
    <p:spTree>
      <p:nvGrpSpPr>
        <p:cNvPr id="660" name="Shape 660"/>
        <p:cNvGrpSpPr/>
        <p:nvPr/>
      </p:nvGrpSpPr>
      <p:grpSpPr>
        <a:xfrm>
          <a:off x="0" y="0"/>
          <a:ext cx="0" cy="0"/>
          <a:chOff x="0" y="0"/>
          <a:chExt cx="0" cy="0"/>
        </a:xfrm>
      </p:grpSpPr>
      <p:sp>
        <p:nvSpPr>
          <p:cNvPr id="661" name="Google Shape;661;p106"/>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662" name="Google Shape;662;p106"/>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3" name="Google Shape;663;p106"/>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4" name="Google Shape;664;p106"/>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65" name="Google Shape;665;p106"/>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9">
  <p:cSld name="Title and Content_18">
    <p:spTree>
      <p:nvGrpSpPr>
        <p:cNvPr id="666" name="Shape 666"/>
        <p:cNvGrpSpPr/>
        <p:nvPr/>
      </p:nvGrpSpPr>
      <p:grpSpPr>
        <a:xfrm>
          <a:off x="0" y="0"/>
          <a:ext cx="0" cy="0"/>
          <a:chOff x="0" y="0"/>
          <a:chExt cx="0" cy="0"/>
        </a:xfrm>
      </p:grpSpPr>
      <p:sp>
        <p:nvSpPr>
          <p:cNvPr id="667" name="Google Shape;667;p107"/>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668" name="Google Shape;668;p107"/>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9" name="Google Shape;669;p107"/>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0" name="Google Shape;670;p107"/>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71" name="Google Shape;671;p107"/>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0">
  <p:cSld name="Title and Content_19">
    <p:spTree>
      <p:nvGrpSpPr>
        <p:cNvPr id="672" name="Shape 672"/>
        <p:cNvGrpSpPr/>
        <p:nvPr/>
      </p:nvGrpSpPr>
      <p:grpSpPr>
        <a:xfrm>
          <a:off x="0" y="0"/>
          <a:ext cx="0" cy="0"/>
          <a:chOff x="0" y="0"/>
          <a:chExt cx="0" cy="0"/>
        </a:xfrm>
      </p:grpSpPr>
      <p:sp>
        <p:nvSpPr>
          <p:cNvPr id="673" name="Google Shape;673;p108"/>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74" name="Google Shape;674;p108"/>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5" name="Google Shape;675;p108"/>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6" name="Google Shape;676;p108"/>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77" name="Google Shape;677;p108"/>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1">
  <p:cSld name="Title and Content_20">
    <p:spTree>
      <p:nvGrpSpPr>
        <p:cNvPr id="678" name="Shape 678"/>
        <p:cNvGrpSpPr/>
        <p:nvPr/>
      </p:nvGrpSpPr>
      <p:grpSpPr>
        <a:xfrm>
          <a:off x="0" y="0"/>
          <a:ext cx="0" cy="0"/>
          <a:chOff x="0" y="0"/>
          <a:chExt cx="0" cy="0"/>
        </a:xfrm>
      </p:grpSpPr>
      <p:sp>
        <p:nvSpPr>
          <p:cNvPr id="679" name="Google Shape;679;p109"/>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80" name="Google Shape;680;p109"/>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1" name="Google Shape;681;p109"/>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2" name="Google Shape;682;p109"/>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83" name="Google Shape;683;p109"/>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6">
  <p:cSld name="TITLE_AND_BODY_6">
    <p:spTree>
      <p:nvGrpSpPr>
        <p:cNvPr id="684" name="Shape 684"/>
        <p:cNvGrpSpPr/>
        <p:nvPr/>
      </p:nvGrpSpPr>
      <p:grpSpPr>
        <a:xfrm>
          <a:off x="0" y="0"/>
          <a:ext cx="0" cy="0"/>
          <a:chOff x="0" y="0"/>
          <a:chExt cx="0" cy="0"/>
        </a:xfrm>
      </p:grpSpPr>
      <p:sp>
        <p:nvSpPr>
          <p:cNvPr id="685" name="Google Shape;685;p11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sz="1400"/>
            </a:lvl1pPr>
            <a:lvl2pPr lvl="1">
              <a:spcBef>
                <a:spcPts val="0"/>
              </a:spcBef>
              <a:spcAft>
                <a:spcPts val="0"/>
              </a:spcAft>
              <a:buSzPts val="1400"/>
              <a:buChar char="○"/>
              <a:defRPr sz="1400"/>
            </a:lvl2pPr>
            <a:lvl3pPr lvl="2">
              <a:spcBef>
                <a:spcPts val="0"/>
              </a:spcBef>
              <a:spcAft>
                <a:spcPts val="0"/>
              </a:spcAft>
              <a:buSzPts val="1400"/>
              <a:buChar char="■"/>
              <a:defRPr sz="1400"/>
            </a:lvl3pPr>
            <a:lvl4pPr lvl="3">
              <a:spcBef>
                <a:spcPts val="0"/>
              </a:spcBef>
              <a:spcAft>
                <a:spcPts val="0"/>
              </a:spcAft>
              <a:buSzPts val="1400"/>
              <a:buChar char="●"/>
              <a:defRPr sz="1400"/>
            </a:lvl4pPr>
            <a:lvl5pPr lvl="4">
              <a:spcBef>
                <a:spcPts val="0"/>
              </a:spcBef>
              <a:spcAft>
                <a:spcPts val="0"/>
              </a:spcAft>
              <a:buSzPts val="1400"/>
              <a:buChar char="○"/>
              <a:defRPr sz="1400"/>
            </a:lvl5pPr>
            <a:lvl6pPr lvl="5">
              <a:spcBef>
                <a:spcPts val="0"/>
              </a:spcBef>
              <a:spcAft>
                <a:spcPts val="0"/>
              </a:spcAft>
              <a:buSzPts val="1400"/>
              <a:buChar char="■"/>
              <a:defRPr sz="1400"/>
            </a:lvl6pPr>
            <a:lvl7pPr lvl="6">
              <a:spcBef>
                <a:spcPts val="0"/>
              </a:spcBef>
              <a:spcAft>
                <a:spcPts val="0"/>
              </a:spcAft>
              <a:buSzPts val="1400"/>
              <a:buChar char="●"/>
              <a:defRPr sz="1400"/>
            </a:lvl7pPr>
            <a:lvl8pPr lvl="7">
              <a:spcBef>
                <a:spcPts val="0"/>
              </a:spcBef>
              <a:spcAft>
                <a:spcPts val="0"/>
              </a:spcAft>
              <a:buSzPts val="1400"/>
              <a:buChar char="○"/>
              <a:defRPr sz="1400"/>
            </a:lvl8pPr>
            <a:lvl9pPr lvl="8">
              <a:spcBef>
                <a:spcPts val="0"/>
              </a:spcBef>
              <a:spcAft>
                <a:spcPts val="0"/>
              </a:spcAft>
              <a:buSzPts val="1400"/>
              <a:buChar char="■"/>
              <a:defRPr sz="1400"/>
            </a:lvl9pPr>
          </a:lstStyle>
          <a:p/>
        </p:txBody>
      </p:sp>
      <p:sp>
        <p:nvSpPr>
          <p:cNvPr id="686" name="Google Shape;686;p110"/>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228600" lvl="0" marL="457200">
              <a:spcBef>
                <a:spcPts val="0"/>
              </a:spcBef>
              <a:spcAft>
                <a:spcPts val="0"/>
              </a:spcAft>
              <a:buSzPts val="1100"/>
              <a:buNone/>
              <a:defRPr/>
            </a:lvl1pPr>
            <a:lvl2pPr indent="-228600" lvl="1" marL="914400">
              <a:spcBef>
                <a:spcPts val="0"/>
              </a:spcBef>
              <a:spcAft>
                <a:spcPts val="0"/>
              </a:spcAft>
              <a:buSzPts val="1100"/>
              <a:buNone/>
              <a:defRPr/>
            </a:lvl2pPr>
            <a:lvl3pPr indent="-228600" lvl="2" marL="1371600">
              <a:spcBef>
                <a:spcPts val="0"/>
              </a:spcBef>
              <a:spcAft>
                <a:spcPts val="0"/>
              </a:spcAft>
              <a:buSzPts val="1100"/>
              <a:buNone/>
              <a:defRPr/>
            </a:lvl3pPr>
            <a:lvl4pPr indent="-228600" lvl="3" marL="1828800">
              <a:spcBef>
                <a:spcPts val="0"/>
              </a:spcBef>
              <a:spcAft>
                <a:spcPts val="0"/>
              </a:spcAft>
              <a:buSzPts val="1100"/>
              <a:buNone/>
              <a:defRPr/>
            </a:lvl4pPr>
            <a:lvl5pPr indent="-228600" lvl="4" marL="2286000">
              <a:spcBef>
                <a:spcPts val="0"/>
              </a:spcBef>
              <a:spcAft>
                <a:spcPts val="0"/>
              </a:spcAft>
              <a:buSzPts val="1100"/>
              <a:buNone/>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687" name="Google Shape;687;p110"/>
          <p:cNvSpPr txBox="1"/>
          <p:nvPr>
            <p:ph idx="12" type="sldNum"/>
          </p:nvPr>
        </p:nvSpPr>
        <p:spPr>
          <a:xfrm>
            <a:off x="8472458" y="4663217"/>
            <a:ext cx="548700" cy="123000"/>
          </a:xfrm>
          <a:prstGeom prst="rect">
            <a:avLst/>
          </a:prstGeom>
        </p:spPr>
        <p:txBody>
          <a:bodyPr anchorCtr="0" anchor="ctr" bIns="0" lIns="0" spcFirstLastPara="1" rIns="0" wrap="square" tIns="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2">
  <p:cSld name="Title and Content_21">
    <p:spTree>
      <p:nvGrpSpPr>
        <p:cNvPr id="688" name="Shape 688"/>
        <p:cNvGrpSpPr/>
        <p:nvPr/>
      </p:nvGrpSpPr>
      <p:grpSpPr>
        <a:xfrm>
          <a:off x="0" y="0"/>
          <a:ext cx="0" cy="0"/>
          <a:chOff x="0" y="0"/>
          <a:chExt cx="0" cy="0"/>
        </a:xfrm>
      </p:grpSpPr>
      <p:sp>
        <p:nvSpPr>
          <p:cNvPr id="689" name="Google Shape;689;p111"/>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800"/>
          </a:p>
        </p:txBody>
      </p:sp>
      <p:sp>
        <p:nvSpPr>
          <p:cNvPr id="690" name="Google Shape;690;p111"/>
          <p:cNvSpPr txBox="1"/>
          <p:nvPr>
            <p:ph idx="1" type="body"/>
          </p:nvPr>
        </p:nvSpPr>
        <p:spPr>
          <a:xfrm>
            <a:off x="3154679" y="2057400"/>
            <a:ext cx="4526400" cy="1714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100"/>
              <a:buNone/>
              <a:defRPr sz="1100">
                <a:solidFill>
                  <a:schemeClr val="dk1"/>
                </a:solidFill>
              </a:defRPr>
            </a:lvl1pPr>
            <a:lvl2pPr indent="-228600" lvl="1" marL="914400" algn="l">
              <a:lnSpc>
                <a:spcPct val="110000"/>
              </a:lnSpc>
              <a:spcBef>
                <a:spcPts val="0"/>
              </a:spcBef>
              <a:spcAft>
                <a:spcPts val="0"/>
              </a:spcAft>
              <a:buClr>
                <a:schemeClr val="dk1"/>
              </a:buClr>
              <a:buSzPts val="1100"/>
              <a:buNone/>
              <a:defRPr sz="1100">
                <a:solidFill>
                  <a:schemeClr val="dk1"/>
                </a:solidFill>
              </a:defRPr>
            </a:lvl2pPr>
            <a:lvl3pPr indent="-228600" lvl="2" marL="1371600" algn="l">
              <a:lnSpc>
                <a:spcPct val="110000"/>
              </a:lnSpc>
              <a:spcBef>
                <a:spcPts val="0"/>
              </a:spcBef>
              <a:spcAft>
                <a:spcPts val="0"/>
              </a:spcAft>
              <a:buClr>
                <a:schemeClr val="dk1"/>
              </a:buClr>
              <a:buSzPts val="1100"/>
              <a:buNone/>
              <a:defRPr sz="1100">
                <a:solidFill>
                  <a:schemeClr val="dk1"/>
                </a:solidFill>
              </a:defRPr>
            </a:lvl3pPr>
            <a:lvl4pPr indent="-228600" lvl="3" marL="1828800" algn="l">
              <a:lnSpc>
                <a:spcPct val="110000"/>
              </a:lnSpc>
              <a:spcBef>
                <a:spcPts val="0"/>
              </a:spcBef>
              <a:spcAft>
                <a:spcPts val="0"/>
              </a:spcAft>
              <a:buClr>
                <a:schemeClr val="dk1"/>
              </a:buClr>
              <a:buSzPts val="1100"/>
              <a:buNone/>
              <a:defRPr sz="1100">
                <a:solidFill>
                  <a:schemeClr val="dk1"/>
                </a:solidFill>
              </a:defRPr>
            </a:lvl4pPr>
            <a:lvl5pPr indent="-228600" lvl="4" marL="2286000" algn="l">
              <a:lnSpc>
                <a:spcPct val="110000"/>
              </a:lnSpc>
              <a:spcBef>
                <a:spcPts val="0"/>
              </a:spcBef>
              <a:spcAft>
                <a:spcPts val="0"/>
              </a:spcAft>
              <a:buClr>
                <a:schemeClr val="dk1"/>
              </a:buClr>
              <a:buSzPts val="1100"/>
              <a:buNone/>
              <a:defRPr sz="1100">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91" name="Google Shape;691;p111"/>
          <p:cNvSpPr txBox="1"/>
          <p:nvPr>
            <p:ph idx="2" type="body"/>
          </p:nvPr>
        </p:nvSpPr>
        <p:spPr>
          <a:xfrm>
            <a:off x="274320" y="342900"/>
            <a:ext cx="363300" cy="3633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100"/>
              <a:buNone/>
              <a:defRPr b="1" i="0">
                <a:solidFill>
                  <a:schemeClr val="lt1"/>
                </a:solidFill>
                <a:latin typeface="Century Gothic"/>
                <a:ea typeface="Century Gothic"/>
                <a:cs typeface="Century Gothic"/>
                <a:sym typeface="Century Gothic"/>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92" name="Google Shape;692;p111"/>
          <p:cNvSpPr txBox="1"/>
          <p:nvPr>
            <p:ph type="title"/>
          </p:nvPr>
        </p:nvSpPr>
        <p:spPr>
          <a:xfrm>
            <a:off x="3153966" y="822960"/>
            <a:ext cx="4526400" cy="738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dk1"/>
              </a:buClr>
              <a:buSzPts val="2400"/>
              <a:buFont typeface="Arial Black"/>
              <a:buNone/>
              <a:defRPr b="1" i="0" sz="2400" u="none" cap="none" strike="noStrike">
                <a:solidFill>
                  <a:schemeClr val="dk1"/>
                </a:solidFill>
                <a:latin typeface="Arial Black"/>
                <a:ea typeface="Arial Black"/>
                <a:cs typeface="Arial Black"/>
                <a:sym typeface="Arial Black"/>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93" name="Google Shape;693;p111"/>
          <p:cNvSpPr txBox="1"/>
          <p:nvPr>
            <p:ph idx="3" type="body"/>
          </p:nvPr>
        </p:nvSpPr>
        <p:spPr>
          <a:xfrm>
            <a:off x="274320" y="822960"/>
            <a:ext cx="1645800" cy="144600"/>
          </a:xfrm>
          <a:prstGeom prst="rect">
            <a:avLst/>
          </a:prstGeom>
          <a:noFill/>
          <a:ln>
            <a:noFill/>
          </a:ln>
        </p:spPr>
        <p:txBody>
          <a:bodyPr anchorCtr="0" anchor="t" bIns="0" lIns="0" spcFirstLastPara="1" rIns="0" wrap="square" tIns="0">
            <a:spAutoFit/>
          </a:bodyPr>
          <a:lstStyle>
            <a:lvl1pPr indent="-228600" lvl="0" marL="457200" algn="l">
              <a:lnSpc>
                <a:spcPct val="110000"/>
              </a:lnSpc>
              <a:spcBef>
                <a:spcPts val="0"/>
              </a:spcBef>
              <a:spcAft>
                <a:spcPts val="0"/>
              </a:spcAft>
              <a:buClr>
                <a:schemeClr val="dk1"/>
              </a:buClr>
              <a:buSzPts val="900"/>
              <a:buNone/>
              <a:defRPr sz="900">
                <a:latin typeface="Arial Black"/>
                <a:ea typeface="Arial Black"/>
                <a:cs typeface="Arial Black"/>
                <a:sym typeface="Arial Black"/>
              </a:defRPr>
            </a:lvl1pPr>
            <a:lvl2pPr indent="-228600" lvl="1" marL="914400" algn="l">
              <a:lnSpc>
                <a:spcPct val="110000"/>
              </a:lnSpc>
              <a:spcBef>
                <a:spcPts val="0"/>
              </a:spcBef>
              <a:spcAft>
                <a:spcPts val="0"/>
              </a:spcAft>
              <a:buClr>
                <a:schemeClr val="dk1"/>
              </a:buClr>
              <a:buSzPts val="1400"/>
              <a:buNone/>
              <a:defRPr/>
            </a:lvl2pPr>
            <a:lvl3pPr indent="-228600" lvl="2" marL="1371600" algn="l">
              <a:lnSpc>
                <a:spcPct val="110000"/>
              </a:lnSpc>
              <a:spcBef>
                <a:spcPts val="0"/>
              </a:spcBef>
              <a:spcAft>
                <a:spcPts val="0"/>
              </a:spcAft>
              <a:buClr>
                <a:schemeClr val="dk1"/>
              </a:buClr>
              <a:buSzPts val="1400"/>
              <a:buNone/>
              <a:defRPr/>
            </a:lvl3pPr>
            <a:lvl4pPr indent="-228600" lvl="3" marL="1828800" algn="l">
              <a:lnSpc>
                <a:spcPct val="110000"/>
              </a:lnSpc>
              <a:spcBef>
                <a:spcPts val="0"/>
              </a:spcBef>
              <a:spcAft>
                <a:spcPts val="0"/>
              </a:spcAft>
              <a:buClr>
                <a:schemeClr val="dk1"/>
              </a:buClr>
              <a:buSzPts val="1400"/>
              <a:buNone/>
              <a:defRPr/>
            </a:lvl4pPr>
            <a:lvl5pPr indent="-228600" lvl="4" marL="2286000" algn="l">
              <a:lnSpc>
                <a:spcPct val="110000"/>
              </a:lnSpc>
              <a:spcBef>
                <a:spcPts val="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lain_Template" showMasterSp="0">
  <p:cSld name="2_Plain_Template">
    <p:spTree>
      <p:nvGrpSpPr>
        <p:cNvPr id="694" name="Shape 694"/>
        <p:cNvGrpSpPr/>
        <p:nvPr/>
      </p:nvGrpSpPr>
      <p:grpSpPr>
        <a:xfrm>
          <a:off x="0" y="0"/>
          <a:ext cx="0" cy="0"/>
          <a:chOff x="0" y="0"/>
          <a:chExt cx="0" cy="0"/>
        </a:xfrm>
      </p:grpSpPr>
      <p:sp>
        <p:nvSpPr>
          <p:cNvPr id="695" name="Google Shape;695;p112"/>
          <p:cNvSpPr txBox="1"/>
          <p:nvPr>
            <p:ph type="title"/>
          </p:nvPr>
        </p:nvSpPr>
        <p:spPr>
          <a:xfrm>
            <a:off x="234105" y="256355"/>
            <a:ext cx="8437200" cy="790200"/>
          </a:xfrm>
          <a:prstGeom prst="rect">
            <a:avLst/>
          </a:prstGeom>
          <a:noFill/>
          <a:ln>
            <a:noFill/>
          </a:ln>
        </p:spPr>
        <p:txBody>
          <a:bodyPr anchorCtr="0" anchor="ctr" bIns="34275" lIns="68575" spcFirstLastPara="1" rIns="68575" wrap="square" tIns="34275">
            <a:normAutofit/>
          </a:bodyPr>
          <a:lstStyle>
            <a:lvl1pPr lvl="0" algn="l">
              <a:lnSpc>
                <a:spcPct val="94117"/>
              </a:lnSpc>
              <a:spcBef>
                <a:spcPts val="0"/>
              </a:spcBef>
              <a:spcAft>
                <a:spcPts val="0"/>
              </a:spcAft>
              <a:buClr>
                <a:schemeClr val="dk2"/>
              </a:buClr>
              <a:buSzPts val="3000"/>
              <a:buFont typeface="Arial"/>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96" name="Google Shape;696;p112"/>
          <p:cNvSpPr txBox="1"/>
          <p:nvPr>
            <p:ph idx="1" type="body"/>
          </p:nvPr>
        </p:nvSpPr>
        <p:spPr>
          <a:xfrm>
            <a:off x="281950" y="1046527"/>
            <a:ext cx="8437200" cy="3424200"/>
          </a:xfrm>
          <a:prstGeom prst="rect">
            <a:avLst/>
          </a:prstGeom>
          <a:noFill/>
          <a:ln>
            <a:noFill/>
          </a:ln>
        </p:spPr>
        <p:txBody>
          <a:bodyPr anchorCtr="0" anchor="t" bIns="34275" lIns="68575" spcFirstLastPara="1" rIns="68575" wrap="square" tIns="34275">
            <a:noAutofit/>
          </a:bodyPr>
          <a:lstStyle>
            <a:lvl1pPr indent="-355600" lvl="0" marL="457200" algn="l">
              <a:lnSpc>
                <a:spcPct val="100000"/>
              </a:lnSpc>
              <a:spcBef>
                <a:spcPts val="400"/>
              </a:spcBef>
              <a:spcAft>
                <a:spcPts val="0"/>
              </a:spcAft>
              <a:buClr>
                <a:schemeClr val="dk2"/>
              </a:buClr>
              <a:buSzPts val="2000"/>
              <a:buChar char="•"/>
              <a:defRPr sz="2000">
                <a:solidFill>
                  <a:schemeClr val="dk2"/>
                </a:solidFill>
              </a:defRPr>
            </a:lvl1pPr>
            <a:lvl2pPr indent="-342900" lvl="1" marL="914400" algn="l">
              <a:lnSpc>
                <a:spcPct val="100000"/>
              </a:lnSpc>
              <a:spcBef>
                <a:spcPts val="400"/>
              </a:spcBef>
              <a:spcAft>
                <a:spcPts val="0"/>
              </a:spcAft>
              <a:buClr>
                <a:schemeClr val="dk2"/>
              </a:buClr>
              <a:buSzPts val="1800"/>
              <a:buChar char="–"/>
              <a:defRPr>
                <a:solidFill>
                  <a:schemeClr val="dk2"/>
                </a:solidFill>
              </a:defRPr>
            </a:lvl2pPr>
            <a:lvl3pPr indent="-323850" lvl="2" marL="1371600" algn="l">
              <a:lnSpc>
                <a:spcPct val="133350"/>
              </a:lnSpc>
              <a:spcBef>
                <a:spcPts val="300"/>
              </a:spcBef>
              <a:spcAft>
                <a:spcPts val="0"/>
              </a:spcAft>
              <a:buClr>
                <a:schemeClr val="dk2"/>
              </a:buClr>
              <a:buSzPts val="1500"/>
              <a:buChar char="•"/>
              <a:defRPr sz="1500">
                <a:solidFill>
                  <a:schemeClr val="dk2"/>
                </a:solidFill>
              </a:defRPr>
            </a:lvl3pPr>
            <a:lvl4pPr indent="-317500" lvl="3" marL="1828800" algn="l">
              <a:lnSpc>
                <a:spcPct val="100000"/>
              </a:lnSpc>
              <a:spcBef>
                <a:spcPts val="300"/>
              </a:spcBef>
              <a:spcAft>
                <a:spcPts val="0"/>
              </a:spcAft>
              <a:buClr>
                <a:srgbClr val="595959"/>
              </a:buClr>
              <a:buSzPts val="1400"/>
              <a:buChar char="–"/>
              <a:defRPr/>
            </a:lvl4pPr>
            <a:lvl5pPr indent="-317500" lvl="4" marL="2286000" algn="l">
              <a:lnSpc>
                <a:spcPct val="100000"/>
              </a:lnSpc>
              <a:spcBef>
                <a:spcPts val="300"/>
              </a:spcBef>
              <a:spcAft>
                <a:spcPts val="0"/>
              </a:spcAft>
              <a:buClr>
                <a:srgbClr val="595959"/>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7">
  <p:cSld name="TITLE_AND_BODY_7">
    <p:spTree>
      <p:nvGrpSpPr>
        <p:cNvPr id="697" name="Shape 697"/>
        <p:cNvGrpSpPr/>
        <p:nvPr/>
      </p:nvGrpSpPr>
      <p:grpSpPr>
        <a:xfrm>
          <a:off x="0" y="0"/>
          <a:ext cx="0" cy="0"/>
          <a:chOff x="0" y="0"/>
          <a:chExt cx="0" cy="0"/>
        </a:xfrm>
      </p:grpSpPr>
      <p:sp>
        <p:nvSpPr>
          <p:cNvPr id="698" name="Google Shape;698;p11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99" name="Google Shape;699;p113"/>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228600" lvl="0" marL="457200">
              <a:spcBef>
                <a:spcPts val="0"/>
              </a:spcBef>
              <a:spcAft>
                <a:spcPts val="0"/>
              </a:spcAft>
              <a:buSzPts val="1100"/>
              <a:buNone/>
              <a:defRPr/>
            </a:lvl1pPr>
            <a:lvl2pPr indent="-228600" lvl="1" marL="914400">
              <a:spcBef>
                <a:spcPts val="0"/>
              </a:spcBef>
              <a:spcAft>
                <a:spcPts val="0"/>
              </a:spcAft>
              <a:buSzPts val="1100"/>
              <a:buNone/>
              <a:defRPr/>
            </a:lvl2pPr>
            <a:lvl3pPr indent="-228600" lvl="2" marL="1371600">
              <a:spcBef>
                <a:spcPts val="0"/>
              </a:spcBef>
              <a:spcAft>
                <a:spcPts val="0"/>
              </a:spcAft>
              <a:buSzPts val="1100"/>
              <a:buNone/>
              <a:defRPr/>
            </a:lvl3pPr>
            <a:lvl4pPr indent="-228600" lvl="3" marL="1828800">
              <a:spcBef>
                <a:spcPts val="0"/>
              </a:spcBef>
              <a:spcAft>
                <a:spcPts val="0"/>
              </a:spcAft>
              <a:buSzPts val="1100"/>
              <a:buNone/>
              <a:defRPr/>
            </a:lvl4pPr>
            <a:lvl5pPr indent="-228600" lvl="4" marL="2286000">
              <a:spcBef>
                <a:spcPts val="0"/>
              </a:spcBef>
              <a:spcAft>
                <a:spcPts val="0"/>
              </a:spcAft>
              <a:buSzPts val="1100"/>
              <a:buNone/>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700" name="Google Shape;700;p113"/>
          <p:cNvSpPr txBox="1"/>
          <p:nvPr>
            <p:ph idx="12" type="sldNum"/>
          </p:nvPr>
        </p:nvSpPr>
        <p:spPr>
          <a:xfrm>
            <a:off x="8472458" y="4663217"/>
            <a:ext cx="548700" cy="123000"/>
          </a:xfrm>
          <a:prstGeom prst="rect">
            <a:avLst/>
          </a:prstGeom>
        </p:spPr>
        <p:txBody>
          <a:bodyPr anchorCtr="0" anchor="ctr" bIns="0" lIns="0" spcFirstLastPara="1" rIns="0" wrap="square" tIns="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bg>
      <p:bgPr>
        <a:solidFill>
          <a:schemeClr val="dk1"/>
        </a:solidFill>
      </p:bgPr>
    </p:bg>
    <p:spTree>
      <p:nvGrpSpPr>
        <p:cNvPr id="701" name="Shape 701"/>
        <p:cNvGrpSpPr/>
        <p:nvPr/>
      </p:nvGrpSpPr>
      <p:grpSpPr>
        <a:xfrm>
          <a:off x="0" y="0"/>
          <a:ext cx="0" cy="0"/>
          <a:chOff x="0" y="0"/>
          <a:chExt cx="0" cy="0"/>
        </a:xfrm>
      </p:grpSpPr>
      <p:pic>
        <p:nvPicPr>
          <p:cNvPr id="702" name="Google Shape;702;p114"/>
          <p:cNvPicPr preferRelativeResize="0"/>
          <p:nvPr/>
        </p:nvPicPr>
        <p:blipFill rotWithShape="1">
          <a:blip r:embed="rId2">
            <a:alphaModFix/>
          </a:blip>
          <a:srcRect b="0" l="0" r="0" t="0"/>
          <a:stretch/>
        </p:blipFill>
        <p:spPr>
          <a:xfrm>
            <a:off x="4000500" y="0"/>
            <a:ext cx="5143499" cy="5143499"/>
          </a:xfrm>
          <a:prstGeom prst="rect">
            <a:avLst/>
          </a:prstGeom>
          <a:noFill/>
          <a:ln>
            <a:noFill/>
          </a:ln>
        </p:spPr>
      </p:pic>
      <p:sp>
        <p:nvSpPr>
          <p:cNvPr id="703" name="Google Shape;703;p114"/>
          <p:cNvSpPr txBox="1"/>
          <p:nvPr>
            <p:ph idx="12" type="sldNum"/>
          </p:nvPr>
        </p:nvSpPr>
        <p:spPr>
          <a:xfrm>
            <a:off x="8556784" y="4749851"/>
            <a:ext cx="548700" cy="138600"/>
          </a:xfrm>
          <a:prstGeom prst="rect">
            <a:avLst/>
          </a:prstGeom>
        </p:spPr>
        <p:txBody>
          <a:bodyPr anchorCtr="0" anchor="t" bIns="0" lIns="0" spcFirstLastPara="1" rIns="0" wrap="square" tIns="0">
            <a:spAutoFit/>
          </a:bodyPr>
          <a:lstStyle>
            <a:lvl1pPr lvl="0">
              <a:buNone/>
              <a:defRPr sz="900">
                <a:solidFill>
                  <a:srgbClr val="999999"/>
                </a:solidFill>
              </a:defRPr>
            </a:lvl1pPr>
            <a:lvl2pPr lvl="1">
              <a:buNone/>
              <a:defRPr sz="900">
                <a:solidFill>
                  <a:srgbClr val="999999"/>
                </a:solidFill>
              </a:defRPr>
            </a:lvl2pPr>
            <a:lvl3pPr lvl="2">
              <a:buNone/>
              <a:defRPr sz="900">
                <a:solidFill>
                  <a:srgbClr val="999999"/>
                </a:solidFill>
              </a:defRPr>
            </a:lvl3pPr>
            <a:lvl4pPr lvl="3">
              <a:buNone/>
              <a:defRPr sz="900">
                <a:solidFill>
                  <a:srgbClr val="999999"/>
                </a:solidFill>
              </a:defRPr>
            </a:lvl4pPr>
            <a:lvl5pPr lvl="4">
              <a:buNone/>
              <a:defRPr sz="900">
                <a:solidFill>
                  <a:srgbClr val="999999"/>
                </a:solidFill>
              </a:defRPr>
            </a:lvl5pPr>
            <a:lvl6pPr lvl="5">
              <a:buNone/>
              <a:defRPr sz="900">
                <a:solidFill>
                  <a:srgbClr val="999999"/>
                </a:solidFill>
              </a:defRPr>
            </a:lvl6pPr>
            <a:lvl7pPr lvl="6">
              <a:buNone/>
              <a:defRPr sz="900">
                <a:solidFill>
                  <a:srgbClr val="999999"/>
                </a:solidFill>
              </a:defRPr>
            </a:lvl7pPr>
            <a:lvl8pPr lvl="7">
              <a:buNone/>
              <a:defRPr sz="900">
                <a:solidFill>
                  <a:srgbClr val="999999"/>
                </a:solidFill>
              </a:defRPr>
            </a:lvl8pPr>
            <a:lvl9pPr lvl="8">
              <a:buNone/>
              <a:defRPr sz="900">
                <a:solidFill>
                  <a:srgbClr val="999999"/>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0" name="Shape 710"/>
        <p:cNvGrpSpPr/>
        <p:nvPr/>
      </p:nvGrpSpPr>
      <p:grpSpPr>
        <a:xfrm>
          <a:off x="0" y="0"/>
          <a:ext cx="0" cy="0"/>
          <a:chOff x="0" y="0"/>
          <a:chExt cx="0" cy="0"/>
        </a:xfrm>
      </p:grpSpPr>
      <p:sp>
        <p:nvSpPr>
          <p:cNvPr id="711" name="Google Shape;711;p11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2" name="Google Shape;712;p11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3" name="Google Shape;713;p11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14" name="Shape 714"/>
        <p:cNvGrpSpPr/>
        <p:nvPr/>
      </p:nvGrpSpPr>
      <p:grpSpPr>
        <a:xfrm>
          <a:off x="0" y="0"/>
          <a:ext cx="0" cy="0"/>
          <a:chOff x="0" y="0"/>
          <a:chExt cx="0" cy="0"/>
        </a:xfrm>
      </p:grpSpPr>
      <p:sp>
        <p:nvSpPr>
          <p:cNvPr id="715" name="Google Shape;715;p117"/>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6" name="Google Shape;716;p11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717" name="Google Shape;717;p11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8" name="Google Shape;718;p11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9" name="Google Shape;719;p11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20" name="Shape 720"/>
        <p:cNvGrpSpPr/>
        <p:nvPr/>
      </p:nvGrpSpPr>
      <p:grpSpPr>
        <a:xfrm>
          <a:off x="0" y="0"/>
          <a:ext cx="0" cy="0"/>
          <a:chOff x="0" y="0"/>
          <a:chExt cx="0" cy="0"/>
        </a:xfrm>
      </p:grpSpPr>
      <p:sp>
        <p:nvSpPr>
          <p:cNvPr id="721" name="Google Shape;721;p11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2" name="Google Shape;722;p118"/>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3" name="Google Shape;723;p11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4" name="Google Shape;724;p11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5" name="Google Shape;725;p11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6" name="Shape 726"/>
        <p:cNvGrpSpPr/>
        <p:nvPr/>
      </p:nvGrpSpPr>
      <p:grpSpPr>
        <a:xfrm>
          <a:off x="0" y="0"/>
          <a:ext cx="0" cy="0"/>
          <a:chOff x="0" y="0"/>
          <a:chExt cx="0" cy="0"/>
        </a:xfrm>
      </p:grpSpPr>
      <p:sp>
        <p:nvSpPr>
          <p:cNvPr id="727" name="Google Shape;727;p119"/>
          <p:cNvSpPr txBox="1"/>
          <p:nvPr>
            <p:ph type="title"/>
          </p:nvPr>
        </p:nvSpPr>
        <p:spPr>
          <a:xfrm>
            <a:off x="722313" y="3305175"/>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8" name="Google Shape;728;p119"/>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29" name="Google Shape;729;p11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0" name="Google Shape;730;p11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1" name="Google Shape;731;p11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32" name="Shape 732"/>
        <p:cNvGrpSpPr/>
        <p:nvPr/>
      </p:nvGrpSpPr>
      <p:grpSpPr>
        <a:xfrm>
          <a:off x="0" y="0"/>
          <a:ext cx="0" cy="0"/>
          <a:chOff x="0" y="0"/>
          <a:chExt cx="0" cy="0"/>
        </a:xfrm>
      </p:grpSpPr>
      <p:sp>
        <p:nvSpPr>
          <p:cNvPr id="733" name="Google Shape;733;p120"/>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4" name="Google Shape;734;p120"/>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35" name="Google Shape;735;p120"/>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36" name="Google Shape;736;p12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7" name="Google Shape;737;p12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8" name="Google Shape;738;p12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39" name="Shape 739"/>
        <p:cNvGrpSpPr/>
        <p:nvPr/>
      </p:nvGrpSpPr>
      <p:grpSpPr>
        <a:xfrm>
          <a:off x="0" y="0"/>
          <a:ext cx="0" cy="0"/>
          <a:chOff x="0" y="0"/>
          <a:chExt cx="0" cy="0"/>
        </a:xfrm>
      </p:grpSpPr>
      <p:sp>
        <p:nvSpPr>
          <p:cNvPr id="740" name="Google Shape;740;p121"/>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1" name="Google Shape;741;p121"/>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42" name="Google Shape;742;p121"/>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743" name="Google Shape;743;p121"/>
          <p:cNvSpPr txBox="1"/>
          <p:nvPr>
            <p:ph idx="3" type="body"/>
          </p:nvPr>
        </p:nvSpPr>
        <p:spPr>
          <a:xfrm>
            <a:off x="4645025"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44" name="Google Shape;744;p121"/>
          <p:cNvSpPr txBox="1"/>
          <p:nvPr>
            <p:ph idx="4" type="body"/>
          </p:nvPr>
        </p:nvSpPr>
        <p:spPr>
          <a:xfrm>
            <a:off x="4645025"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745" name="Google Shape;745;p12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6" name="Google Shape;746;p12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7" name="Google Shape;747;p12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8" name="Shape 748"/>
        <p:cNvGrpSpPr/>
        <p:nvPr/>
      </p:nvGrpSpPr>
      <p:grpSpPr>
        <a:xfrm>
          <a:off x="0" y="0"/>
          <a:ext cx="0" cy="0"/>
          <a:chOff x="0" y="0"/>
          <a:chExt cx="0" cy="0"/>
        </a:xfrm>
      </p:grpSpPr>
      <p:sp>
        <p:nvSpPr>
          <p:cNvPr id="749" name="Google Shape;749;p122"/>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p12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1" name="Google Shape;751;p12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2" name="Google Shape;752;p12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3" name="Shape 753"/>
        <p:cNvGrpSpPr/>
        <p:nvPr/>
      </p:nvGrpSpPr>
      <p:grpSpPr>
        <a:xfrm>
          <a:off x="0" y="0"/>
          <a:ext cx="0" cy="0"/>
          <a:chOff x="0" y="0"/>
          <a:chExt cx="0" cy="0"/>
        </a:xfrm>
      </p:grpSpPr>
      <p:sp>
        <p:nvSpPr>
          <p:cNvPr id="754" name="Google Shape;754;p123"/>
          <p:cNvSpPr txBox="1"/>
          <p:nvPr>
            <p:ph type="title"/>
          </p:nvPr>
        </p:nvSpPr>
        <p:spPr>
          <a:xfrm>
            <a:off x="457200"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5" name="Google Shape;755;p123"/>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756" name="Google Shape;756;p123"/>
          <p:cNvSpPr txBox="1"/>
          <p:nvPr>
            <p:ph idx="2" type="body"/>
          </p:nvPr>
        </p:nvSpPr>
        <p:spPr>
          <a:xfrm>
            <a:off x="457200" y="1076325"/>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7" name="Google Shape;757;p12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8" name="Google Shape;758;p12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9" name="Google Shape;759;p1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0" name="Shape 760"/>
        <p:cNvGrpSpPr/>
        <p:nvPr/>
      </p:nvGrpSpPr>
      <p:grpSpPr>
        <a:xfrm>
          <a:off x="0" y="0"/>
          <a:ext cx="0" cy="0"/>
          <a:chOff x="0" y="0"/>
          <a:chExt cx="0" cy="0"/>
        </a:xfrm>
      </p:grpSpPr>
      <p:sp>
        <p:nvSpPr>
          <p:cNvPr id="761" name="Google Shape;761;p12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2" name="Google Shape;762;p124"/>
          <p:cNvSpPr/>
          <p:nvPr>
            <p:ph idx="2" type="pic"/>
          </p:nvPr>
        </p:nvSpPr>
        <p:spPr>
          <a:xfrm>
            <a:off x="1792288" y="459581"/>
            <a:ext cx="5486400" cy="3086100"/>
          </a:xfrm>
          <a:prstGeom prst="rect">
            <a:avLst/>
          </a:prstGeom>
          <a:noFill/>
          <a:ln>
            <a:noFill/>
          </a:ln>
        </p:spPr>
      </p:sp>
      <p:sp>
        <p:nvSpPr>
          <p:cNvPr id="763" name="Google Shape;763;p124"/>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64" name="Google Shape;764;p12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5" name="Google Shape;765;p12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6" name="Google Shape;766;p12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7" name="Shape 767"/>
        <p:cNvGrpSpPr/>
        <p:nvPr/>
      </p:nvGrpSpPr>
      <p:grpSpPr>
        <a:xfrm>
          <a:off x="0" y="0"/>
          <a:ext cx="0" cy="0"/>
          <a:chOff x="0" y="0"/>
          <a:chExt cx="0" cy="0"/>
        </a:xfrm>
      </p:grpSpPr>
      <p:sp>
        <p:nvSpPr>
          <p:cNvPr id="768" name="Google Shape;768;p125"/>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9" name="Google Shape;769;p12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0" name="Google Shape;770;p12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1" name="Google Shape;771;p12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2" name="Google Shape;772;p12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3" name="Shape 773"/>
        <p:cNvGrpSpPr/>
        <p:nvPr/>
      </p:nvGrpSpPr>
      <p:grpSpPr>
        <a:xfrm>
          <a:off x="0" y="0"/>
          <a:ext cx="0" cy="0"/>
          <a:chOff x="0" y="0"/>
          <a:chExt cx="0" cy="0"/>
        </a:xfrm>
      </p:grpSpPr>
      <p:sp>
        <p:nvSpPr>
          <p:cNvPr id="774" name="Google Shape;774;p126"/>
          <p:cNvSpPr txBox="1"/>
          <p:nvPr>
            <p:ph type="title"/>
          </p:nvPr>
        </p:nvSpPr>
        <p:spPr>
          <a:xfrm rot="5400000">
            <a:off x="5463778" y="1371600"/>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5" name="Google Shape;775;p126"/>
          <p:cNvSpPr txBox="1"/>
          <p:nvPr>
            <p:ph idx="1" type="body"/>
          </p:nvPr>
        </p:nvSpPr>
        <p:spPr>
          <a:xfrm rot="5400000">
            <a:off x="1272778" y="-609600"/>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6" name="Google Shape;776;p12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7" name="Google Shape;777;p12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8" name="Google Shape;778;p12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6" Type="http://schemas.openxmlformats.org/officeDocument/2006/relationships/slideLayout" Target="../slideLayouts/slideLayout17.xml"/><Relationship Id="rId18" Type="http://schemas.openxmlformats.org/officeDocument/2006/relationships/theme" Target="../theme/theme4.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66.xml"/><Relationship Id="rId84" Type="http://schemas.openxmlformats.org/officeDocument/2006/relationships/slideLayout" Target="../slideLayouts/slideLayout110.xml"/><Relationship Id="rId83" Type="http://schemas.openxmlformats.org/officeDocument/2006/relationships/slideLayout" Target="../slideLayouts/slideLayout109.xml"/><Relationship Id="rId42" Type="http://schemas.openxmlformats.org/officeDocument/2006/relationships/slideLayout" Target="../slideLayouts/slideLayout68.xml"/><Relationship Id="rId86" Type="http://schemas.openxmlformats.org/officeDocument/2006/relationships/theme" Target="../theme/theme3.xml"/><Relationship Id="rId41" Type="http://schemas.openxmlformats.org/officeDocument/2006/relationships/slideLayout" Target="../slideLayouts/slideLayout67.xml"/><Relationship Id="rId85" Type="http://schemas.openxmlformats.org/officeDocument/2006/relationships/slideLayout" Target="../slideLayouts/slideLayout111.xml"/><Relationship Id="rId44" Type="http://schemas.openxmlformats.org/officeDocument/2006/relationships/slideLayout" Target="../slideLayouts/slideLayout70.xml"/><Relationship Id="rId43" Type="http://schemas.openxmlformats.org/officeDocument/2006/relationships/slideLayout" Target="../slideLayouts/slideLayout69.xml"/><Relationship Id="rId46" Type="http://schemas.openxmlformats.org/officeDocument/2006/relationships/slideLayout" Target="../slideLayouts/slideLayout72.xml"/><Relationship Id="rId45" Type="http://schemas.openxmlformats.org/officeDocument/2006/relationships/slideLayout" Target="../slideLayouts/slideLayout71.xml"/><Relationship Id="rId80" Type="http://schemas.openxmlformats.org/officeDocument/2006/relationships/slideLayout" Target="../slideLayouts/slideLayout106.xml"/><Relationship Id="rId82" Type="http://schemas.openxmlformats.org/officeDocument/2006/relationships/slideLayout" Target="../slideLayouts/slideLayout108.xml"/><Relationship Id="rId81" Type="http://schemas.openxmlformats.org/officeDocument/2006/relationships/slideLayout" Target="../slideLayouts/slideLayout107.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48" Type="http://schemas.openxmlformats.org/officeDocument/2006/relationships/slideLayout" Target="../slideLayouts/slideLayout74.xml"/><Relationship Id="rId47" Type="http://schemas.openxmlformats.org/officeDocument/2006/relationships/slideLayout" Target="../slideLayouts/slideLayout73.xml"/><Relationship Id="rId49" Type="http://schemas.openxmlformats.org/officeDocument/2006/relationships/slideLayout" Target="../slideLayouts/slideLayout75.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73" Type="http://schemas.openxmlformats.org/officeDocument/2006/relationships/slideLayout" Target="../slideLayouts/slideLayout99.xml"/><Relationship Id="rId72" Type="http://schemas.openxmlformats.org/officeDocument/2006/relationships/slideLayout" Target="../slideLayouts/slideLayout98.xml"/><Relationship Id="rId31" Type="http://schemas.openxmlformats.org/officeDocument/2006/relationships/slideLayout" Target="../slideLayouts/slideLayout57.xml"/><Relationship Id="rId75" Type="http://schemas.openxmlformats.org/officeDocument/2006/relationships/slideLayout" Target="../slideLayouts/slideLayout101.xml"/><Relationship Id="rId30" Type="http://schemas.openxmlformats.org/officeDocument/2006/relationships/slideLayout" Target="../slideLayouts/slideLayout56.xml"/><Relationship Id="rId74" Type="http://schemas.openxmlformats.org/officeDocument/2006/relationships/slideLayout" Target="../slideLayouts/slideLayout100.xml"/><Relationship Id="rId33" Type="http://schemas.openxmlformats.org/officeDocument/2006/relationships/slideLayout" Target="../slideLayouts/slideLayout59.xml"/><Relationship Id="rId77" Type="http://schemas.openxmlformats.org/officeDocument/2006/relationships/slideLayout" Target="../slideLayouts/slideLayout103.xml"/><Relationship Id="rId32" Type="http://schemas.openxmlformats.org/officeDocument/2006/relationships/slideLayout" Target="../slideLayouts/slideLayout58.xml"/><Relationship Id="rId76" Type="http://schemas.openxmlformats.org/officeDocument/2006/relationships/slideLayout" Target="../slideLayouts/slideLayout102.xml"/><Relationship Id="rId35" Type="http://schemas.openxmlformats.org/officeDocument/2006/relationships/slideLayout" Target="../slideLayouts/slideLayout61.xml"/><Relationship Id="rId79" Type="http://schemas.openxmlformats.org/officeDocument/2006/relationships/slideLayout" Target="../slideLayouts/slideLayout105.xml"/><Relationship Id="rId34" Type="http://schemas.openxmlformats.org/officeDocument/2006/relationships/slideLayout" Target="../slideLayouts/slideLayout60.xml"/><Relationship Id="rId78" Type="http://schemas.openxmlformats.org/officeDocument/2006/relationships/slideLayout" Target="../slideLayouts/slideLayout104.xml"/><Relationship Id="rId71" Type="http://schemas.openxmlformats.org/officeDocument/2006/relationships/slideLayout" Target="../slideLayouts/slideLayout97.xml"/><Relationship Id="rId70" Type="http://schemas.openxmlformats.org/officeDocument/2006/relationships/slideLayout" Target="../slideLayouts/slideLayout96.xml"/><Relationship Id="rId37" Type="http://schemas.openxmlformats.org/officeDocument/2006/relationships/slideLayout" Target="../slideLayouts/slideLayout63.xml"/><Relationship Id="rId36" Type="http://schemas.openxmlformats.org/officeDocument/2006/relationships/slideLayout" Target="../slideLayouts/slideLayout62.xml"/><Relationship Id="rId39" Type="http://schemas.openxmlformats.org/officeDocument/2006/relationships/slideLayout" Target="../slideLayouts/slideLayout65.xml"/><Relationship Id="rId38" Type="http://schemas.openxmlformats.org/officeDocument/2006/relationships/slideLayout" Target="../slideLayouts/slideLayout64.xml"/><Relationship Id="rId62" Type="http://schemas.openxmlformats.org/officeDocument/2006/relationships/slideLayout" Target="../slideLayouts/slideLayout88.xml"/><Relationship Id="rId61" Type="http://schemas.openxmlformats.org/officeDocument/2006/relationships/slideLayout" Target="../slideLayouts/slideLayout87.xml"/><Relationship Id="rId20" Type="http://schemas.openxmlformats.org/officeDocument/2006/relationships/slideLayout" Target="../slideLayouts/slideLayout46.xml"/><Relationship Id="rId64" Type="http://schemas.openxmlformats.org/officeDocument/2006/relationships/slideLayout" Target="../slideLayouts/slideLayout90.xml"/><Relationship Id="rId63" Type="http://schemas.openxmlformats.org/officeDocument/2006/relationships/slideLayout" Target="../slideLayouts/slideLayout89.xml"/><Relationship Id="rId22" Type="http://schemas.openxmlformats.org/officeDocument/2006/relationships/slideLayout" Target="../slideLayouts/slideLayout48.xml"/><Relationship Id="rId66" Type="http://schemas.openxmlformats.org/officeDocument/2006/relationships/slideLayout" Target="../slideLayouts/slideLayout92.xml"/><Relationship Id="rId21" Type="http://schemas.openxmlformats.org/officeDocument/2006/relationships/slideLayout" Target="../slideLayouts/slideLayout47.xml"/><Relationship Id="rId65" Type="http://schemas.openxmlformats.org/officeDocument/2006/relationships/slideLayout" Target="../slideLayouts/slideLayout91.xml"/><Relationship Id="rId24" Type="http://schemas.openxmlformats.org/officeDocument/2006/relationships/slideLayout" Target="../slideLayouts/slideLayout50.xml"/><Relationship Id="rId68" Type="http://schemas.openxmlformats.org/officeDocument/2006/relationships/slideLayout" Target="../slideLayouts/slideLayout94.xml"/><Relationship Id="rId23" Type="http://schemas.openxmlformats.org/officeDocument/2006/relationships/slideLayout" Target="../slideLayouts/slideLayout49.xml"/><Relationship Id="rId67" Type="http://schemas.openxmlformats.org/officeDocument/2006/relationships/slideLayout" Target="../slideLayouts/slideLayout93.xml"/><Relationship Id="rId60" Type="http://schemas.openxmlformats.org/officeDocument/2006/relationships/slideLayout" Target="../slideLayouts/slideLayout86.xml"/><Relationship Id="rId26" Type="http://schemas.openxmlformats.org/officeDocument/2006/relationships/slideLayout" Target="../slideLayouts/slideLayout52.xml"/><Relationship Id="rId25" Type="http://schemas.openxmlformats.org/officeDocument/2006/relationships/slideLayout" Target="../slideLayouts/slideLayout51.xml"/><Relationship Id="rId69" Type="http://schemas.openxmlformats.org/officeDocument/2006/relationships/slideLayout" Target="../slideLayouts/slideLayout95.xml"/><Relationship Id="rId28" Type="http://schemas.openxmlformats.org/officeDocument/2006/relationships/slideLayout" Target="../slideLayouts/slideLayout54.xml"/><Relationship Id="rId27" Type="http://schemas.openxmlformats.org/officeDocument/2006/relationships/slideLayout" Target="../slideLayouts/slideLayout53.xml"/><Relationship Id="rId29" Type="http://schemas.openxmlformats.org/officeDocument/2006/relationships/slideLayout" Target="../slideLayouts/slideLayout55.xml"/><Relationship Id="rId51" Type="http://schemas.openxmlformats.org/officeDocument/2006/relationships/slideLayout" Target="../slideLayouts/slideLayout77.xml"/><Relationship Id="rId50" Type="http://schemas.openxmlformats.org/officeDocument/2006/relationships/slideLayout" Target="../slideLayouts/slideLayout76.xml"/><Relationship Id="rId53" Type="http://schemas.openxmlformats.org/officeDocument/2006/relationships/slideLayout" Target="../slideLayouts/slideLayout79.xml"/><Relationship Id="rId52" Type="http://schemas.openxmlformats.org/officeDocument/2006/relationships/slideLayout" Target="../slideLayouts/slideLayout78.xml"/><Relationship Id="rId11" Type="http://schemas.openxmlformats.org/officeDocument/2006/relationships/slideLayout" Target="../slideLayouts/slideLayout37.xml"/><Relationship Id="rId55" Type="http://schemas.openxmlformats.org/officeDocument/2006/relationships/slideLayout" Target="../slideLayouts/slideLayout81.xml"/><Relationship Id="rId10" Type="http://schemas.openxmlformats.org/officeDocument/2006/relationships/slideLayout" Target="../slideLayouts/slideLayout36.xml"/><Relationship Id="rId54" Type="http://schemas.openxmlformats.org/officeDocument/2006/relationships/slideLayout" Target="../slideLayouts/slideLayout80.xml"/><Relationship Id="rId13" Type="http://schemas.openxmlformats.org/officeDocument/2006/relationships/slideLayout" Target="../slideLayouts/slideLayout39.xml"/><Relationship Id="rId57" Type="http://schemas.openxmlformats.org/officeDocument/2006/relationships/slideLayout" Target="../slideLayouts/slideLayout83.xml"/><Relationship Id="rId12" Type="http://schemas.openxmlformats.org/officeDocument/2006/relationships/slideLayout" Target="../slideLayouts/slideLayout38.xml"/><Relationship Id="rId56" Type="http://schemas.openxmlformats.org/officeDocument/2006/relationships/slideLayout" Target="../slideLayouts/slideLayout82.xml"/><Relationship Id="rId15" Type="http://schemas.openxmlformats.org/officeDocument/2006/relationships/slideLayout" Target="../slideLayouts/slideLayout41.xml"/><Relationship Id="rId59" Type="http://schemas.openxmlformats.org/officeDocument/2006/relationships/slideLayout" Target="../slideLayouts/slideLayout85.xml"/><Relationship Id="rId14" Type="http://schemas.openxmlformats.org/officeDocument/2006/relationships/slideLayout" Target="../slideLayouts/slideLayout40.xml"/><Relationship Id="rId58" Type="http://schemas.openxmlformats.org/officeDocument/2006/relationships/slideLayout" Target="../slideLayouts/slideLayout84.xml"/><Relationship Id="rId17" Type="http://schemas.openxmlformats.org/officeDocument/2006/relationships/slideLayout" Target="../slideLayouts/slideLayout43.xml"/><Relationship Id="rId16" Type="http://schemas.openxmlformats.org/officeDocument/2006/relationships/slideLayout" Target="../slideLayouts/slideLayout42.xml"/><Relationship Id="rId19" Type="http://schemas.openxmlformats.org/officeDocument/2006/relationships/slideLayout" Target="../slideLayouts/slideLayout45.xml"/><Relationship Id="rId18"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slideLayout" Target="../slideLayouts/slideLayout113.xml"/><Relationship Id="rId3" Type="http://schemas.openxmlformats.org/officeDocument/2006/relationships/slideLayout" Target="../slideLayouts/slideLayout114.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5" Type="http://schemas.openxmlformats.org/officeDocument/2006/relationships/slideLayout" Target="../slideLayouts/slideLayout116.xml"/><Relationship Id="rId6" Type="http://schemas.openxmlformats.org/officeDocument/2006/relationships/slideLayout" Target="../slideLayouts/slideLayout117.xml"/><Relationship Id="rId7" Type="http://schemas.openxmlformats.org/officeDocument/2006/relationships/slideLayout" Target="../slideLayouts/slideLayout118.xml"/><Relationship Id="rId8" Type="http://schemas.openxmlformats.org/officeDocument/2006/relationships/slideLayout" Target="../slideLayouts/slideLayout119.xml"/><Relationship Id="rId11" Type="http://schemas.openxmlformats.org/officeDocument/2006/relationships/slideLayout" Target="../slideLayouts/slideLayout122.xml"/><Relationship Id="rId10" Type="http://schemas.openxmlformats.org/officeDocument/2006/relationships/slideLayout" Target="../slideLayouts/slideLayout12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sz="1400">
                <a:solidFill>
                  <a:schemeClr val="dk2"/>
                </a:solidFill>
              </a:defRPr>
            </a:lvl2pPr>
            <a:lvl3pPr indent="-317500" lvl="2" marL="1371600">
              <a:lnSpc>
                <a:spcPct val="115000"/>
              </a:lnSpc>
              <a:spcBef>
                <a:spcPts val="0"/>
              </a:spcBef>
              <a:spcAft>
                <a:spcPts val="0"/>
              </a:spcAft>
              <a:buClr>
                <a:schemeClr val="dk2"/>
              </a:buClr>
              <a:buSzPts val="1400"/>
              <a:buChar char="■"/>
              <a:defRPr sz="1400">
                <a:solidFill>
                  <a:schemeClr val="dk2"/>
                </a:solidFill>
              </a:defRPr>
            </a:lvl3pPr>
            <a:lvl4pPr indent="-317500" lvl="3" marL="1828800">
              <a:lnSpc>
                <a:spcPct val="115000"/>
              </a:lnSpc>
              <a:spcBef>
                <a:spcPts val="0"/>
              </a:spcBef>
              <a:spcAft>
                <a:spcPts val="0"/>
              </a:spcAft>
              <a:buClr>
                <a:schemeClr val="dk2"/>
              </a:buClr>
              <a:buSzPts val="1400"/>
              <a:buChar char="●"/>
              <a:defRPr sz="1400">
                <a:solidFill>
                  <a:schemeClr val="dk2"/>
                </a:solidFill>
              </a:defRPr>
            </a:lvl4pPr>
            <a:lvl5pPr indent="-317500" lvl="4" marL="2286000">
              <a:lnSpc>
                <a:spcPct val="115000"/>
              </a:lnSpc>
              <a:spcBef>
                <a:spcPts val="0"/>
              </a:spcBef>
              <a:spcAft>
                <a:spcPts val="0"/>
              </a:spcAft>
              <a:buClr>
                <a:schemeClr val="dk2"/>
              </a:buClr>
              <a:buSzPts val="1400"/>
              <a:buChar char="○"/>
              <a:defRPr sz="1400">
                <a:solidFill>
                  <a:schemeClr val="dk2"/>
                </a:solidFill>
              </a:defRPr>
            </a:lvl5pPr>
            <a:lvl6pPr indent="-317500" lvl="5" marL="2743200">
              <a:lnSpc>
                <a:spcPct val="115000"/>
              </a:lnSpc>
              <a:spcBef>
                <a:spcPts val="0"/>
              </a:spcBef>
              <a:spcAft>
                <a:spcPts val="0"/>
              </a:spcAft>
              <a:buClr>
                <a:schemeClr val="dk2"/>
              </a:buClr>
              <a:buSzPts val="1400"/>
              <a:buChar char="■"/>
              <a:defRPr sz="1400">
                <a:solidFill>
                  <a:schemeClr val="dk2"/>
                </a:solidFill>
              </a:defRPr>
            </a:lvl6pPr>
            <a:lvl7pPr indent="-317500" lvl="6" marL="3200400">
              <a:lnSpc>
                <a:spcPct val="115000"/>
              </a:lnSpc>
              <a:spcBef>
                <a:spcPts val="0"/>
              </a:spcBef>
              <a:spcAft>
                <a:spcPts val="0"/>
              </a:spcAft>
              <a:buClr>
                <a:schemeClr val="dk2"/>
              </a:buClr>
              <a:buSzPts val="1400"/>
              <a:buChar char="●"/>
              <a:defRPr sz="1400">
                <a:solidFill>
                  <a:schemeClr val="dk2"/>
                </a:solidFill>
              </a:defRPr>
            </a:lvl7pPr>
            <a:lvl8pPr indent="-317500" lvl="7" marL="3657600">
              <a:lnSpc>
                <a:spcPct val="115000"/>
              </a:lnSpc>
              <a:spcBef>
                <a:spcPts val="0"/>
              </a:spcBef>
              <a:spcAft>
                <a:spcPts val="0"/>
              </a:spcAft>
              <a:buClr>
                <a:schemeClr val="dk2"/>
              </a:buClr>
              <a:buSzPts val="1400"/>
              <a:buChar char="○"/>
              <a:defRPr sz="1400">
                <a:solidFill>
                  <a:schemeClr val="dk2"/>
                </a:solidFill>
              </a:defRPr>
            </a:lvl8pPr>
            <a:lvl9pPr indent="-317500" lvl="8" marL="4114800">
              <a:lnSpc>
                <a:spcPct val="115000"/>
              </a:lnSpc>
              <a:spcBef>
                <a:spcPts val="0"/>
              </a:spcBef>
              <a:spcAft>
                <a:spcPts val="0"/>
              </a:spcAft>
              <a:buClr>
                <a:schemeClr val="dk2"/>
              </a:buClr>
              <a:buSzPts val="1400"/>
              <a:buChar char="■"/>
              <a:defRPr sz="1400">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sp>
        <p:nvSpPr>
          <p:cNvPr id="132" name="Google Shape;132;p31"/>
          <p:cNvSpPr txBox="1"/>
          <p:nvPr>
            <p:ph idx="1" type="body"/>
          </p:nvPr>
        </p:nvSpPr>
        <p:spPr>
          <a:xfrm>
            <a:off x="274320" y="1200150"/>
            <a:ext cx="8367000" cy="3054000"/>
          </a:xfrm>
          <a:prstGeom prst="rect">
            <a:avLst/>
          </a:prstGeom>
          <a:noFill/>
          <a:ln>
            <a:noFill/>
          </a:ln>
        </p:spPr>
        <p:txBody>
          <a:bodyPr anchorCtr="0" anchor="t" bIns="0" lIns="0" spcFirstLastPara="1" rIns="0" wrap="square" tIns="0">
            <a:noAutofit/>
          </a:bodyPr>
          <a:lstStyle>
            <a:lvl1pPr indent="-228600" lvl="0" marL="457200" marR="0" algn="l">
              <a:lnSpc>
                <a:spcPct val="110000"/>
              </a:lnSpc>
              <a:spcBef>
                <a:spcPts val="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1pPr>
            <a:lvl2pPr indent="-228600" lvl="1" marL="914400" marR="0" algn="l">
              <a:lnSpc>
                <a:spcPct val="110000"/>
              </a:lnSpc>
              <a:spcBef>
                <a:spcPts val="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algn="l">
              <a:lnSpc>
                <a:spcPct val="110000"/>
              </a:lnSpc>
              <a:spcBef>
                <a:spcPts val="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3pPr>
            <a:lvl4pPr indent="-228600" lvl="3" marL="1828800" marR="0" algn="l">
              <a:lnSpc>
                <a:spcPct val="110000"/>
              </a:lnSpc>
              <a:spcBef>
                <a:spcPts val="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4pPr>
            <a:lvl5pPr indent="-228600" lvl="4" marL="2286000" marR="0" algn="l">
              <a:lnSpc>
                <a:spcPct val="110000"/>
              </a:lnSpc>
              <a:spcBef>
                <a:spcPts val="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33" name="Google Shape;133;p31"/>
          <p:cNvSpPr txBox="1"/>
          <p:nvPr>
            <p:ph idx="12" type="sldNum"/>
          </p:nvPr>
        </p:nvSpPr>
        <p:spPr>
          <a:xfrm>
            <a:off x="6991350" y="4697730"/>
            <a:ext cx="1649700" cy="123000"/>
          </a:xfrm>
          <a:prstGeom prst="rect">
            <a:avLst/>
          </a:prstGeom>
          <a:noFill/>
          <a:ln>
            <a:noFill/>
          </a:ln>
        </p:spPr>
        <p:txBody>
          <a:bodyPr anchorCtr="0" anchor="ctr" bIns="0" lIns="0" spcFirstLastPara="1" rIns="0" wrap="square" tIns="0">
            <a:spAutoFit/>
          </a:bodyPr>
          <a:lstStyle>
            <a:lvl1pPr indent="0" lvl="0" marL="0" marR="0" algn="r">
              <a:spcBef>
                <a:spcPts val="0"/>
              </a:spcBef>
              <a:buNone/>
              <a:defRPr b="0" i="0" sz="800" u="none" cap="none" strike="noStrike">
                <a:solidFill>
                  <a:srgbClr val="888888"/>
                </a:solidFill>
                <a:latin typeface="Calibri"/>
                <a:ea typeface="Calibri"/>
                <a:cs typeface="Calibri"/>
                <a:sym typeface="Calibri"/>
              </a:defRPr>
            </a:lvl1pPr>
            <a:lvl2pPr indent="0" lvl="1" marL="0" marR="0" algn="r">
              <a:spcBef>
                <a:spcPts val="0"/>
              </a:spcBef>
              <a:buNone/>
              <a:defRPr b="0" i="0" sz="800" u="none" cap="none" strike="noStrike">
                <a:solidFill>
                  <a:srgbClr val="888888"/>
                </a:solidFill>
                <a:latin typeface="Calibri"/>
                <a:ea typeface="Calibri"/>
                <a:cs typeface="Calibri"/>
                <a:sym typeface="Calibri"/>
              </a:defRPr>
            </a:lvl2pPr>
            <a:lvl3pPr indent="0" lvl="2" marL="0" marR="0" algn="r">
              <a:spcBef>
                <a:spcPts val="0"/>
              </a:spcBef>
              <a:buNone/>
              <a:defRPr b="0" i="0" sz="800" u="none" cap="none" strike="noStrike">
                <a:solidFill>
                  <a:srgbClr val="888888"/>
                </a:solidFill>
                <a:latin typeface="Calibri"/>
                <a:ea typeface="Calibri"/>
                <a:cs typeface="Calibri"/>
                <a:sym typeface="Calibri"/>
              </a:defRPr>
            </a:lvl3pPr>
            <a:lvl4pPr indent="0" lvl="3" marL="0" marR="0" algn="r">
              <a:spcBef>
                <a:spcPts val="0"/>
              </a:spcBef>
              <a:buNone/>
              <a:defRPr b="0" i="0" sz="800" u="none" cap="none" strike="noStrike">
                <a:solidFill>
                  <a:srgbClr val="888888"/>
                </a:solidFill>
                <a:latin typeface="Calibri"/>
                <a:ea typeface="Calibri"/>
                <a:cs typeface="Calibri"/>
                <a:sym typeface="Calibri"/>
              </a:defRPr>
            </a:lvl4pPr>
            <a:lvl5pPr indent="0" lvl="4" marL="0" marR="0" algn="r">
              <a:spcBef>
                <a:spcPts val="0"/>
              </a:spcBef>
              <a:buNone/>
              <a:defRPr b="0" i="0" sz="800" u="none" cap="none" strike="noStrike">
                <a:solidFill>
                  <a:srgbClr val="888888"/>
                </a:solidFill>
                <a:latin typeface="Calibri"/>
                <a:ea typeface="Calibri"/>
                <a:cs typeface="Calibri"/>
                <a:sym typeface="Calibri"/>
              </a:defRPr>
            </a:lvl5pPr>
            <a:lvl6pPr indent="0" lvl="5" marL="0" marR="0" algn="r">
              <a:spcBef>
                <a:spcPts val="0"/>
              </a:spcBef>
              <a:buNone/>
              <a:defRPr b="0" i="0" sz="800" u="none" cap="none" strike="noStrike">
                <a:solidFill>
                  <a:srgbClr val="888888"/>
                </a:solidFill>
                <a:latin typeface="Calibri"/>
                <a:ea typeface="Calibri"/>
                <a:cs typeface="Calibri"/>
                <a:sym typeface="Calibri"/>
              </a:defRPr>
            </a:lvl6pPr>
            <a:lvl7pPr indent="0" lvl="6" marL="0" marR="0" algn="r">
              <a:spcBef>
                <a:spcPts val="0"/>
              </a:spcBef>
              <a:buNone/>
              <a:defRPr b="0" i="0" sz="800" u="none" cap="none" strike="noStrike">
                <a:solidFill>
                  <a:srgbClr val="888888"/>
                </a:solidFill>
                <a:latin typeface="Calibri"/>
                <a:ea typeface="Calibri"/>
                <a:cs typeface="Calibri"/>
                <a:sym typeface="Calibri"/>
              </a:defRPr>
            </a:lvl7pPr>
            <a:lvl8pPr indent="0" lvl="7" marL="0" marR="0" algn="r">
              <a:spcBef>
                <a:spcPts val="0"/>
              </a:spcBef>
              <a:buNone/>
              <a:defRPr b="0" i="0" sz="800" u="none" cap="none" strike="noStrike">
                <a:solidFill>
                  <a:srgbClr val="888888"/>
                </a:solidFill>
                <a:latin typeface="Calibri"/>
                <a:ea typeface="Calibri"/>
                <a:cs typeface="Calibri"/>
                <a:sym typeface="Calibri"/>
              </a:defRPr>
            </a:lvl8pPr>
            <a:lvl9pPr indent="0" lvl="8" marL="0" marR="0" algn="r">
              <a:spcBef>
                <a:spcPts val="0"/>
              </a:spcBef>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pic>
        <p:nvPicPr>
          <p:cNvPr id="134" name="Google Shape;134;p31"/>
          <p:cNvPicPr preferRelativeResize="0"/>
          <p:nvPr/>
        </p:nvPicPr>
        <p:blipFill rotWithShape="1">
          <a:blip r:embed="rId1">
            <a:alphaModFix/>
          </a:blip>
          <a:srcRect b="0" l="0" r="0" t="0"/>
          <a:stretch/>
        </p:blipFill>
        <p:spPr>
          <a:xfrm>
            <a:off x="271463" y="4697031"/>
            <a:ext cx="686991" cy="143551"/>
          </a:xfrm>
          <a:prstGeom prst="rect">
            <a:avLst/>
          </a:prstGeom>
          <a:noFill/>
          <a:ln>
            <a:noFill/>
          </a:ln>
        </p:spPr>
      </p:pic>
      <p:pic>
        <p:nvPicPr>
          <p:cNvPr id="135" name="Google Shape;135;p31"/>
          <p:cNvPicPr preferRelativeResize="0"/>
          <p:nvPr/>
        </p:nvPicPr>
        <p:blipFill>
          <a:blip r:embed="rId2">
            <a:alphaModFix/>
          </a:blip>
          <a:stretch>
            <a:fillRect/>
          </a:stretch>
        </p:blipFill>
        <p:spPr>
          <a:xfrm>
            <a:off x="317550" y="320850"/>
            <a:ext cx="379259" cy="3794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 id="2147483717" r:id="rId44"/>
    <p:sldLayoutId id="2147483718" r:id="rId45"/>
    <p:sldLayoutId id="2147483719" r:id="rId46"/>
    <p:sldLayoutId id="2147483720" r:id="rId47"/>
    <p:sldLayoutId id="2147483721" r:id="rId48"/>
    <p:sldLayoutId id="2147483722" r:id="rId49"/>
    <p:sldLayoutId id="2147483723" r:id="rId50"/>
    <p:sldLayoutId id="2147483724" r:id="rId51"/>
    <p:sldLayoutId id="2147483725" r:id="rId52"/>
    <p:sldLayoutId id="2147483726" r:id="rId53"/>
    <p:sldLayoutId id="2147483727" r:id="rId54"/>
    <p:sldLayoutId id="2147483728" r:id="rId55"/>
    <p:sldLayoutId id="2147483729" r:id="rId56"/>
    <p:sldLayoutId id="2147483730" r:id="rId57"/>
    <p:sldLayoutId id="2147483731" r:id="rId58"/>
    <p:sldLayoutId id="2147483732" r:id="rId59"/>
    <p:sldLayoutId id="2147483733" r:id="rId60"/>
    <p:sldLayoutId id="2147483734" r:id="rId61"/>
    <p:sldLayoutId id="2147483735" r:id="rId62"/>
    <p:sldLayoutId id="2147483736" r:id="rId63"/>
    <p:sldLayoutId id="2147483737" r:id="rId64"/>
    <p:sldLayoutId id="2147483738" r:id="rId65"/>
    <p:sldLayoutId id="2147483739" r:id="rId66"/>
    <p:sldLayoutId id="2147483740" r:id="rId67"/>
    <p:sldLayoutId id="2147483741" r:id="rId68"/>
    <p:sldLayoutId id="2147483742" r:id="rId69"/>
    <p:sldLayoutId id="2147483743" r:id="rId70"/>
    <p:sldLayoutId id="2147483744" r:id="rId71"/>
    <p:sldLayoutId id="2147483745" r:id="rId72"/>
    <p:sldLayoutId id="2147483746" r:id="rId73"/>
    <p:sldLayoutId id="2147483747" r:id="rId74"/>
    <p:sldLayoutId id="2147483748" r:id="rId75"/>
    <p:sldLayoutId id="2147483749" r:id="rId76"/>
    <p:sldLayoutId id="2147483750" r:id="rId77"/>
    <p:sldLayoutId id="2147483751" r:id="rId78"/>
    <p:sldLayoutId id="2147483752" r:id="rId79"/>
    <p:sldLayoutId id="2147483753" r:id="rId80"/>
    <p:sldLayoutId id="2147483754" r:id="rId81"/>
    <p:sldLayoutId id="2147483755" r:id="rId82"/>
    <p:sldLayoutId id="2147483756" r:id="rId83"/>
    <p:sldLayoutId id="2147483757" r:id="rId84"/>
    <p:sldLayoutId id="2147483758" r:id="rId85"/>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756">
          <p15:clr>
            <a:srgbClr val="5ACBF0"/>
          </p15:clr>
        </p15:guide>
        <p15:guide id="2" orient="horz" pos="216">
          <p15:clr>
            <a:srgbClr val="F26B43"/>
          </p15:clr>
        </p15:guide>
        <p15:guide id="3" orient="horz" pos="2958">
          <p15:clr>
            <a:srgbClr val="F26B43"/>
          </p15:clr>
        </p15:guide>
        <p15:guide id="4" pos="171">
          <p15:clr>
            <a:srgbClr val="F26B43"/>
          </p15:clr>
        </p15:guide>
        <p15:guide id="5" pos="5445">
          <p15:clr>
            <a:srgbClr val="F26B43"/>
          </p15:clr>
        </p15:guide>
        <p15:guide id="6" pos="604">
          <p15:clr>
            <a:srgbClr val="5ACBF0"/>
          </p15:clr>
        </p15:guide>
        <p15:guide id="7" pos="777">
          <p15:clr>
            <a:srgbClr val="5ACBF0"/>
          </p15:clr>
        </p15:guide>
        <p15:guide id="8" pos="1207">
          <p15:clr>
            <a:srgbClr val="5ACBF0"/>
          </p15:clr>
        </p15:guide>
        <p15:guide id="9" pos="1379">
          <p15:clr>
            <a:srgbClr val="5ACBF0"/>
          </p15:clr>
        </p15:guide>
        <p15:guide id="10" pos="1813">
          <p15:clr>
            <a:srgbClr val="5ACBF0"/>
          </p15:clr>
        </p15:guide>
        <p15:guide id="11" pos="1987">
          <p15:clr>
            <a:srgbClr val="5ACBF0"/>
          </p15:clr>
        </p15:guide>
        <p15:guide id="12" pos="2420">
          <p15:clr>
            <a:srgbClr val="5ACBF0"/>
          </p15:clr>
        </p15:guide>
        <p15:guide id="13" pos="2591">
          <p15:clr>
            <a:srgbClr val="5ACBF0"/>
          </p15:clr>
        </p15:guide>
        <p15:guide id="14" pos="3023">
          <p15:clr>
            <a:srgbClr val="5ACBF0"/>
          </p15:clr>
        </p15:guide>
        <p15:guide id="15" pos="3196">
          <p15:clr>
            <a:srgbClr val="5ACBF0"/>
          </p15:clr>
        </p15:guide>
        <p15:guide id="16" pos="3629">
          <p15:clr>
            <a:srgbClr val="5ACBF0"/>
          </p15:clr>
        </p15:guide>
        <p15:guide id="17" pos="3799">
          <p15:clr>
            <a:srgbClr val="5ACBF0"/>
          </p15:clr>
        </p15:guide>
        <p15:guide id="18" pos="4233">
          <p15:clr>
            <a:srgbClr val="5ACBF0"/>
          </p15:clr>
        </p15:guide>
        <p15:guide id="19" pos="4407">
          <p15:clr>
            <a:srgbClr val="5ACBF0"/>
          </p15:clr>
        </p15:guide>
        <p15:guide id="20" pos="4835">
          <p15:clr>
            <a:srgbClr val="5ACBF0"/>
          </p15:clr>
        </p15:guide>
        <p15:guide id="21" pos="5011">
          <p15:clr>
            <a:srgbClr val="5ACBF0"/>
          </p15:clr>
        </p15:guide>
        <p15:guide id="22" orient="horz" pos="3240">
          <p15:clr>
            <a:srgbClr val="5ACBF0"/>
          </p15:clr>
        </p15:guide>
        <p15:guide id="23" orient="horz" pos="52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4" name="Shape 704"/>
        <p:cNvGrpSpPr/>
        <p:nvPr/>
      </p:nvGrpSpPr>
      <p:grpSpPr>
        <a:xfrm>
          <a:off x="0" y="0"/>
          <a:ext cx="0" cy="0"/>
          <a:chOff x="0" y="0"/>
          <a:chExt cx="0" cy="0"/>
        </a:xfrm>
      </p:grpSpPr>
      <p:sp>
        <p:nvSpPr>
          <p:cNvPr id="705" name="Google Shape;705;p115"/>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06" name="Google Shape;706;p11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07" name="Google Shape;707;p11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8" name="Google Shape;708;p11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9" name="Google Shape;709;p11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5.xml"/><Relationship Id="rId3" Type="http://schemas.openxmlformats.org/officeDocument/2006/relationships/image" Target="../media/image18.jpg"/><Relationship Id="rId4" Type="http://schemas.openxmlformats.org/officeDocument/2006/relationships/image" Target="../media/image13.jpg"/><Relationship Id="rId5" Type="http://schemas.openxmlformats.org/officeDocument/2006/relationships/image" Target="../media/image10.jpg"/><Relationship Id="rId6" Type="http://schemas.openxmlformats.org/officeDocument/2006/relationships/image" Target="../media/image6.jpg"/><Relationship Id="rId7"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8.xml"/><Relationship Id="rId3"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82" name="Shape 782"/>
        <p:cNvGrpSpPr/>
        <p:nvPr/>
      </p:nvGrpSpPr>
      <p:grpSpPr>
        <a:xfrm>
          <a:off x="0" y="0"/>
          <a:ext cx="0" cy="0"/>
          <a:chOff x="0" y="0"/>
          <a:chExt cx="0" cy="0"/>
        </a:xfrm>
      </p:grpSpPr>
      <p:sp>
        <p:nvSpPr>
          <p:cNvPr id="783" name="Google Shape;783;p127"/>
          <p:cNvSpPr txBox="1"/>
          <p:nvPr/>
        </p:nvSpPr>
        <p:spPr>
          <a:xfrm>
            <a:off x="395625" y="2141047"/>
            <a:ext cx="7278600" cy="1639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3100">
                <a:solidFill>
                  <a:schemeClr val="lt1"/>
                </a:solidFill>
                <a:latin typeface="Roboto Black"/>
                <a:ea typeface="Roboto Black"/>
                <a:cs typeface="Roboto Black"/>
                <a:sym typeface="Roboto Black"/>
              </a:rPr>
              <a:t>Product AI - Intro to AI</a:t>
            </a:r>
            <a:endParaRPr sz="3100">
              <a:solidFill>
                <a:schemeClr val="lt1"/>
              </a:solidFill>
              <a:latin typeface="Roboto Black"/>
              <a:ea typeface="Roboto Black"/>
              <a:cs typeface="Roboto Black"/>
              <a:sym typeface="Roboto Black"/>
            </a:endParaRPr>
          </a:p>
          <a:p>
            <a:pPr indent="0" lvl="0" marL="0" marR="0" rtl="0" algn="l">
              <a:spcBef>
                <a:spcPts val="0"/>
              </a:spcBef>
              <a:spcAft>
                <a:spcPts val="0"/>
              </a:spcAft>
              <a:buNone/>
            </a:pPr>
            <a:r>
              <a:rPr lang="en" sz="1900">
                <a:solidFill>
                  <a:schemeClr val="lt1"/>
                </a:solidFill>
                <a:latin typeface="Roboto Black"/>
                <a:ea typeface="Roboto Black"/>
                <a:cs typeface="Roboto Black"/>
                <a:sym typeface="Roboto Black"/>
              </a:rPr>
              <a:t>Stephen Driggs - Product AI</a:t>
            </a:r>
            <a:endParaRPr sz="1900">
              <a:solidFill>
                <a:schemeClr val="lt1"/>
              </a:solidFill>
              <a:latin typeface="Roboto Black"/>
              <a:ea typeface="Roboto Black"/>
              <a:cs typeface="Roboto Black"/>
              <a:sym typeface="Roboto Black"/>
            </a:endParaRPr>
          </a:p>
          <a:p>
            <a:pPr indent="0" lvl="0" marL="0" marR="0" rtl="0" algn="l">
              <a:spcBef>
                <a:spcPts val="0"/>
              </a:spcBef>
              <a:spcAft>
                <a:spcPts val="0"/>
              </a:spcAft>
              <a:buNone/>
            </a:pPr>
            <a:r>
              <a:rPr lang="en" sz="1000">
                <a:solidFill>
                  <a:schemeClr val="lt1"/>
                </a:solidFill>
                <a:latin typeface="Roboto Black"/>
                <a:ea typeface="Roboto Black"/>
                <a:cs typeface="Roboto Black"/>
                <a:sym typeface="Roboto Black"/>
              </a:rPr>
              <a:t>September 17, 2025</a:t>
            </a:r>
            <a:r>
              <a:rPr lang="en" sz="2100">
                <a:solidFill>
                  <a:schemeClr val="lt1"/>
                </a:solidFill>
                <a:latin typeface="Roboto Black"/>
                <a:ea typeface="Roboto Black"/>
                <a:cs typeface="Roboto Black"/>
                <a:sym typeface="Roboto Black"/>
              </a:rPr>
              <a:t> </a:t>
            </a:r>
            <a:endParaRPr sz="2100">
              <a:solidFill>
                <a:schemeClr val="lt1"/>
              </a:solidFill>
              <a:latin typeface="Roboto Black"/>
              <a:ea typeface="Roboto Black"/>
              <a:cs typeface="Roboto Black"/>
              <a:sym typeface="Roboto Black"/>
            </a:endParaRPr>
          </a:p>
          <a:p>
            <a:pPr indent="0" lvl="0" marL="0" marR="0" rtl="0" algn="l">
              <a:spcBef>
                <a:spcPts val="0"/>
              </a:spcBef>
              <a:spcAft>
                <a:spcPts val="0"/>
              </a:spcAft>
              <a:buNone/>
            </a:pPr>
            <a:r>
              <a:t/>
            </a:r>
            <a:endParaRPr sz="3100">
              <a:solidFill>
                <a:schemeClr val="lt1"/>
              </a:solidFill>
              <a:latin typeface="Roboto Black"/>
              <a:ea typeface="Roboto Black"/>
              <a:cs typeface="Roboto Black"/>
              <a:sym typeface="Roboto Black"/>
            </a:endParaRPr>
          </a:p>
        </p:txBody>
      </p:sp>
      <p:pic>
        <p:nvPicPr>
          <p:cNvPr id="784" name="Google Shape;784;p127"/>
          <p:cNvPicPr preferRelativeResize="0"/>
          <p:nvPr/>
        </p:nvPicPr>
        <p:blipFill rotWithShape="1">
          <a:blip r:embed="rId3">
            <a:alphaModFix/>
          </a:blip>
          <a:srcRect b="0" l="0" r="0" t="0"/>
          <a:stretch/>
        </p:blipFill>
        <p:spPr>
          <a:xfrm>
            <a:off x="571501" y="4553449"/>
            <a:ext cx="1041257" cy="2129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128"/>
          <p:cNvSpPr/>
          <p:nvPr/>
        </p:nvSpPr>
        <p:spPr>
          <a:xfrm>
            <a:off x="-4819" y="0"/>
            <a:ext cx="9178800" cy="5143500"/>
          </a:xfrm>
          <a:prstGeom prst="rect">
            <a:avLst/>
          </a:prstGeom>
          <a:solidFill>
            <a:schemeClr val="accent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0" name="Google Shape;790;p128"/>
          <p:cNvSpPr txBox="1"/>
          <p:nvPr>
            <p:ph type="title"/>
          </p:nvPr>
        </p:nvSpPr>
        <p:spPr>
          <a:xfrm>
            <a:off x="207541" y="1739081"/>
            <a:ext cx="3852600" cy="9339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1000"/>
              </a:spcBef>
              <a:spcAft>
                <a:spcPts val="0"/>
              </a:spcAft>
              <a:buClr>
                <a:schemeClr val="dk1"/>
              </a:buClr>
              <a:buSzPts val="1100"/>
              <a:buFont typeface="Arial"/>
              <a:buNone/>
            </a:pPr>
            <a:r>
              <a:rPr b="0" lang="en" sz="2000">
                <a:solidFill>
                  <a:schemeClr val="lt1"/>
                </a:solidFill>
                <a:latin typeface="Arial"/>
                <a:ea typeface="Arial"/>
                <a:cs typeface="Arial"/>
                <a:sym typeface="Arial"/>
              </a:rPr>
              <a:t>AI Literacy &amp; Strategy</a:t>
            </a:r>
            <a:endParaRPr b="0" sz="2300">
              <a:solidFill>
                <a:schemeClr val="lt1"/>
              </a:solidFill>
              <a:latin typeface="Nunito Sans"/>
              <a:ea typeface="Nunito Sans"/>
              <a:cs typeface="Nunito Sans"/>
              <a:sym typeface="Nunito Sans"/>
            </a:endParaRPr>
          </a:p>
          <a:p>
            <a:pPr indent="0" lvl="0" marL="0" rtl="0" algn="ctr">
              <a:lnSpc>
                <a:spcPct val="100000"/>
              </a:lnSpc>
              <a:spcBef>
                <a:spcPts val="1000"/>
              </a:spcBef>
              <a:spcAft>
                <a:spcPts val="0"/>
              </a:spcAft>
              <a:buClr>
                <a:schemeClr val="dk1"/>
              </a:buClr>
              <a:buSzPts val="1100"/>
              <a:buFont typeface="Arial"/>
              <a:buNone/>
            </a:pPr>
            <a:r>
              <a:rPr b="0" lang="en" sz="1300">
                <a:solidFill>
                  <a:schemeClr val="lt1"/>
                </a:solidFill>
                <a:latin typeface="Arial"/>
                <a:ea typeface="Arial"/>
                <a:cs typeface="Arial"/>
                <a:sym typeface="Arial"/>
              </a:rPr>
              <a:t>From Hype to Reality </a:t>
            </a:r>
            <a:endParaRPr b="0" sz="600">
              <a:solidFill>
                <a:schemeClr val="lt1"/>
              </a:solidFill>
              <a:latin typeface="Nunito Sans"/>
              <a:ea typeface="Nunito Sans"/>
              <a:cs typeface="Nunito Sans"/>
              <a:sym typeface="Nunito Sans"/>
            </a:endParaRPr>
          </a:p>
          <a:p>
            <a:pPr indent="0" lvl="0" marL="0" rtl="0" algn="ctr">
              <a:lnSpc>
                <a:spcPct val="100000"/>
              </a:lnSpc>
              <a:spcBef>
                <a:spcPts val="1000"/>
              </a:spcBef>
              <a:spcAft>
                <a:spcPts val="1000"/>
              </a:spcAft>
              <a:buClr>
                <a:schemeClr val="dk1"/>
              </a:buClr>
              <a:buSzPts val="2400"/>
              <a:buFont typeface="Arial Black"/>
              <a:buNone/>
            </a:pPr>
            <a:r>
              <a:t/>
            </a:r>
            <a:endParaRPr b="0" sz="1100">
              <a:solidFill>
                <a:schemeClr val="lt1"/>
              </a:solidFill>
              <a:latin typeface="Nunito Sans"/>
              <a:ea typeface="Nunito Sans"/>
              <a:cs typeface="Nunito Sans"/>
              <a:sym typeface="Nunito Sans"/>
            </a:endParaRPr>
          </a:p>
        </p:txBody>
      </p:sp>
      <p:cxnSp>
        <p:nvCxnSpPr>
          <p:cNvPr id="791" name="Google Shape;791;p128"/>
          <p:cNvCxnSpPr/>
          <p:nvPr/>
        </p:nvCxnSpPr>
        <p:spPr>
          <a:xfrm flipH="1" rot="10800000">
            <a:off x="4311319" y="891825"/>
            <a:ext cx="4200" cy="3360000"/>
          </a:xfrm>
          <a:prstGeom prst="straightConnector1">
            <a:avLst/>
          </a:prstGeom>
          <a:noFill/>
          <a:ln cap="flat" cmpd="sng" w="19050">
            <a:solidFill>
              <a:srgbClr val="D8D8D8"/>
            </a:solidFill>
            <a:prstDash val="dot"/>
            <a:round/>
            <a:headEnd len="sm" w="sm" type="none"/>
            <a:tailEnd len="sm" w="sm" type="none"/>
          </a:ln>
        </p:spPr>
      </p:cxnSp>
      <p:sp>
        <p:nvSpPr>
          <p:cNvPr id="792" name="Google Shape;792;p128"/>
          <p:cNvSpPr txBox="1"/>
          <p:nvPr/>
        </p:nvSpPr>
        <p:spPr>
          <a:xfrm>
            <a:off x="4476306" y="1158119"/>
            <a:ext cx="4395300" cy="2971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300"/>
              </a:spcBef>
              <a:spcAft>
                <a:spcPts val="0"/>
              </a:spcAft>
              <a:buClr>
                <a:srgbClr val="000000"/>
              </a:buClr>
              <a:buSzPts val="900"/>
              <a:buFont typeface="Arial"/>
              <a:buNone/>
            </a:pPr>
            <a:r>
              <a:t/>
            </a:r>
            <a:endParaRPr b="0" i="0" sz="1000" u="none" cap="none" strike="noStrike">
              <a:solidFill>
                <a:schemeClr val="lt1"/>
              </a:solidFill>
              <a:latin typeface="Nunito Sans"/>
              <a:ea typeface="Nunito Sans"/>
              <a:cs typeface="Nunito Sans"/>
              <a:sym typeface="Nunito Sans"/>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lt1"/>
                </a:solidFill>
              </a:rPr>
              <a:t>“The future of AI is not about replacing humans, it’s about augmenting human capabilities.”</a:t>
            </a:r>
            <a:r>
              <a:rPr lang="en" sz="1100">
                <a:solidFill>
                  <a:schemeClr val="lt1"/>
                </a:solidFill>
              </a:rPr>
              <a:t> – </a:t>
            </a:r>
            <a:r>
              <a:rPr i="1" lang="en" sz="1100">
                <a:solidFill>
                  <a:schemeClr val="lt1"/>
                </a:solidFill>
              </a:rPr>
              <a:t>Sundar Pichai, CEO of Google</a:t>
            </a:r>
            <a:r>
              <a:rPr lang="en" sz="1100">
                <a:solidFill>
                  <a:schemeClr val="lt1"/>
                </a:solidFill>
              </a:rPr>
              <a:t> </a:t>
            </a:r>
            <a:endParaRPr sz="1100">
              <a:solidFill>
                <a:schemeClr val="lt1"/>
              </a:solidFill>
            </a:endParaRPr>
          </a:p>
          <a:p>
            <a:pPr indent="0" lvl="0" marL="0" marR="0" rtl="0" algn="l">
              <a:lnSpc>
                <a:spcPct val="100000"/>
              </a:lnSpc>
              <a:spcBef>
                <a:spcPts val="1200"/>
              </a:spcBef>
              <a:spcAft>
                <a:spcPts val="0"/>
              </a:spcAft>
              <a:buClr>
                <a:srgbClr val="000000"/>
              </a:buClr>
              <a:buSzPts val="900"/>
              <a:buFont typeface="Arial"/>
              <a:buNone/>
            </a:pPr>
            <a:r>
              <a:t/>
            </a:r>
            <a:endParaRPr b="1" sz="1000">
              <a:solidFill>
                <a:schemeClr val="lt1"/>
              </a:solidFill>
              <a:latin typeface="Nunito Sans"/>
              <a:ea typeface="Nunito Sans"/>
              <a:cs typeface="Nunito Sans"/>
              <a:sym typeface="Nunito Sans"/>
            </a:endParaRPr>
          </a:p>
          <a:p>
            <a:pPr indent="0" lvl="0" marL="0" rtl="0" algn="l">
              <a:lnSpc>
                <a:spcPct val="115000"/>
              </a:lnSpc>
              <a:spcBef>
                <a:spcPts val="1200"/>
              </a:spcBef>
              <a:spcAft>
                <a:spcPts val="0"/>
              </a:spcAft>
              <a:buClr>
                <a:schemeClr val="dk1"/>
              </a:buClr>
              <a:buSzPts val="1100"/>
              <a:buFont typeface="Arial"/>
              <a:buNone/>
            </a:pPr>
            <a:r>
              <a:rPr lang="en" sz="1100">
                <a:solidFill>
                  <a:schemeClr val="lt1"/>
                </a:solidFill>
              </a:rPr>
              <a:t>Ginni Rometty, former IBM CEO, put it bluntly: </a:t>
            </a:r>
            <a:r>
              <a:rPr b="1" lang="en" sz="1100">
                <a:solidFill>
                  <a:schemeClr val="lt1"/>
                </a:solidFill>
              </a:rPr>
              <a:t>“AI will not replace humans, but those who use AI will replace those who don’t.”</a:t>
            </a:r>
            <a:endParaRPr b="1" sz="1100">
              <a:solidFill>
                <a:schemeClr val="lt1"/>
              </a:solidFill>
            </a:endParaRPr>
          </a:p>
          <a:p>
            <a:pPr indent="0" lvl="0" marL="0" rtl="0" algn="l">
              <a:spcBef>
                <a:spcPts val="1200"/>
              </a:spcBef>
              <a:spcAft>
                <a:spcPts val="0"/>
              </a:spcAft>
              <a:buClr>
                <a:schemeClr val="dk1"/>
              </a:buClr>
              <a:buSzPts val="1100"/>
              <a:buFont typeface="Arial"/>
              <a:buNone/>
            </a:pPr>
            <a:r>
              <a:t/>
            </a:r>
            <a:endParaRPr b="1" sz="1000">
              <a:solidFill>
                <a:schemeClr val="lt1"/>
              </a:solidFill>
              <a:latin typeface="Nunito Sans"/>
              <a:ea typeface="Nunito Sans"/>
              <a:cs typeface="Nunito Sans"/>
              <a:sym typeface="Nunito Sans"/>
            </a:endParaRPr>
          </a:p>
          <a:p>
            <a:pPr indent="0" lvl="0" marL="0" rtl="0" algn="l">
              <a:lnSpc>
                <a:spcPct val="115000"/>
              </a:lnSpc>
              <a:spcBef>
                <a:spcPts val="1200"/>
              </a:spcBef>
              <a:spcAft>
                <a:spcPts val="0"/>
              </a:spcAft>
              <a:buClr>
                <a:schemeClr val="dk1"/>
              </a:buClr>
              <a:buSzPts val="1100"/>
              <a:buFont typeface="Arial"/>
              <a:buNone/>
            </a:pPr>
            <a:r>
              <a:rPr lang="en" sz="1100">
                <a:solidFill>
                  <a:schemeClr val="lt1"/>
                </a:solidFill>
              </a:rPr>
              <a:t>In this talk, we’ll unpack what </a:t>
            </a:r>
            <a:r>
              <a:rPr b="1" lang="en" sz="1100">
                <a:solidFill>
                  <a:schemeClr val="lt1"/>
                </a:solidFill>
              </a:rPr>
              <a:t>AI literacy</a:t>
            </a:r>
            <a:r>
              <a:rPr lang="en" sz="1100">
                <a:solidFill>
                  <a:schemeClr val="lt1"/>
                </a:solidFill>
              </a:rPr>
              <a:t> means for engineers and leaders, why it’s crucial for enterprise success, and how to build AI capabilities through nimble, hands-on practice.</a:t>
            </a:r>
            <a:endParaRPr sz="1100">
              <a:solidFill>
                <a:schemeClr val="lt1"/>
              </a:solidFill>
            </a:endParaRPr>
          </a:p>
          <a:p>
            <a:pPr indent="0" lvl="0" marL="0" rtl="0" algn="l">
              <a:spcBef>
                <a:spcPts val="1200"/>
              </a:spcBef>
              <a:spcAft>
                <a:spcPts val="0"/>
              </a:spcAft>
              <a:buClr>
                <a:schemeClr val="dk1"/>
              </a:buClr>
              <a:buSzPts val="1100"/>
              <a:buFont typeface="Arial"/>
              <a:buNone/>
            </a:pPr>
            <a:r>
              <a:t/>
            </a:r>
            <a:endParaRPr b="1" sz="1000">
              <a:solidFill>
                <a:schemeClr val="lt1"/>
              </a:solidFill>
              <a:latin typeface="Nunito Sans"/>
              <a:ea typeface="Nunito Sans"/>
              <a:cs typeface="Nunito Sans"/>
              <a:sym typeface="Nunito Sans"/>
            </a:endParaRPr>
          </a:p>
        </p:txBody>
      </p:sp>
      <p:pic>
        <p:nvPicPr>
          <p:cNvPr id="793" name="Google Shape;793;p128"/>
          <p:cNvPicPr preferRelativeResize="0"/>
          <p:nvPr/>
        </p:nvPicPr>
        <p:blipFill rotWithShape="1">
          <a:blip r:embed="rId3">
            <a:alphaModFix/>
          </a:blip>
          <a:srcRect b="0" l="0" r="0" t="0"/>
          <a:stretch/>
        </p:blipFill>
        <p:spPr>
          <a:xfrm>
            <a:off x="271463" y="4697737"/>
            <a:ext cx="681073" cy="139331"/>
          </a:xfrm>
          <a:prstGeom prst="rect">
            <a:avLst/>
          </a:prstGeom>
          <a:noFill/>
          <a:ln>
            <a:noFill/>
          </a:ln>
        </p:spPr>
      </p:pic>
      <p:sp>
        <p:nvSpPr>
          <p:cNvPr id="794" name="Google Shape;794;p128"/>
          <p:cNvSpPr txBox="1"/>
          <p:nvPr/>
        </p:nvSpPr>
        <p:spPr>
          <a:xfrm>
            <a:off x="298300" y="2615544"/>
            <a:ext cx="3671100" cy="1394400"/>
          </a:xfrm>
          <a:prstGeom prst="rect">
            <a:avLst/>
          </a:prstGeom>
          <a:noFill/>
          <a:ln>
            <a:noFill/>
          </a:ln>
        </p:spPr>
        <p:txBody>
          <a:bodyPr anchorCtr="0" anchor="t" bIns="68575" lIns="68575" spcFirstLastPara="1" rIns="68575" wrap="square" tIns="68575">
            <a:spAutoFit/>
          </a:bodyPr>
          <a:lstStyle/>
          <a:p>
            <a:pPr indent="0" lvl="0" marL="0" rtl="0" algn="ctr">
              <a:lnSpc>
                <a:spcPct val="115000"/>
              </a:lnSpc>
              <a:spcBef>
                <a:spcPts val="1200"/>
              </a:spcBef>
              <a:spcAft>
                <a:spcPts val="0"/>
              </a:spcAft>
              <a:buClr>
                <a:schemeClr val="dk1"/>
              </a:buClr>
              <a:buSzPts val="1100"/>
              <a:buFont typeface="Arial"/>
              <a:buNone/>
            </a:pPr>
            <a:r>
              <a:rPr i="1" lang="en" sz="1100">
                <a:solidFill>
                  <a:schemeClr val="lt1"/>
                </a:solidFill>
              </a:rPr>
              <a:t>This session will explore how to realize that vision by treating AI not as a magic plug-in feature but as a </a:t>
            </a:r>
            <a:r>
              <a:rPr b="1" i="1" lang="en" sz="1100">
                <a:solidFill>
                  <a:schemeClr val="lt1"/>
                </a:solidFill>
              </a:rPr>
              <a:t>skillset</a:t>
            </a:r>
            <a:r>
              <a:rPr i="1" lang="en" sz="1100">
                <a:solidFill>
                  <a:schemeClr val="lt1"/>
                </a:solidFill>
              </a:rPr>
              <a:t> to be mastered across our engineering organization.</a:t>
            </a:r>
            <a:endParaRPr i="1" sz="1100">
              <a:solidFill>
                <a:schemeClr val="lt1"/>
              </a:solidFill>
            </a:endParaRPr>
          </a:p>
          <a:p>
            <a:pPr indent="0" lvl="0" marL="0" rtl="0" algn="ctr">
              <a:spcBef>
                <a:spcPts val="1200"/>
              </a:spcBef>
              <a:spcAft>
                <a:spcPts val="0"/>
              </a:spcAft>
              <a:buClr>
                <a:schemeClr val="dk1"/>
              </a:buClr>
              <a:buSzPts val="1100"/>
              <a:buFont typeface="Arial"/>
              <a:buNone/>
            </a:pPr>
            <a:r>
              <a:t/>
            </a:r>
            <a:endParaRPr i="1" sz="1000">
              <a:solidFill>
                <a:schemeClr val="lt1"/>
              </a:solidFill>
              <a:latin typeface="Nunito Sans"/>
              <a:ea typeface="Nunito Sans"/>
              <a:cs typeface="Nunito Sans"/>
              <a:sym typeface="Nunito Sans"/>
            </a:endParaRPr>
          </a:p>
          <a:p>
            <a:pPr indent="0" lvl="0" marL="0" rtl="0" algn="ctr">
              <a:spcBef>
                <a:spcPts val="0"/>
              </a:spcBef>
              <a:spcAft>
                <a:spcPts val="0"/>
              </a:spcAft>
              <a:buNone/>
            </a:pPr>
            <a:r>
              <a:t/>
            </a:r>
            <a:endParaRPr i="1" sz="11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xEl>
                                              <p:pRg end="0" st="0"/>
                                            </p:txEl>
                                          </p:spTgt>
                                        </p:tgtEl>
                                        <p:attrNameLst>
                                          <p:attrName>style.visibility</p:attrName>
                                        </p:attrNameLst>
                                      </p:cBhvr>
                                      <p:to>
                                        <p:strVal val="visible"/>
                                      </p:to>
                                    </p:set>
                                    <p:animEffect filter="fade" transition="in">
                                      <p:cBhvr>
                                        <p:cTn dur="1000"/>
                                        <p:tgtEl>
                                          <p:spTgt spid="7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xEl>
                                              <p:pRg end="1" st="1"/>
                                            </p:txEl>
                                          </p:spTgt>
                                        </p:tgtEl>
                                        <p:attrNameLst>
                                          <p:attrName>style.visibility</p:attrName>
                                        </p:attrNameLst>
                                      </p:cBhvr>
                                      <p:to>
                                        <p:strVal val="visible"/>
                                      </p:to>
                                    </p:set>
                                    <p:animEffect filter="fade" transition="in">
                                      <p:cBhvr>
                                        <p:cTn dur="1000"/>
                                        <p:tgtEl>
                                          <p:spTgt spid="7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xEl>
                                              <p:pRg end="2" st="2"/>
                                            </p:txEl>
                                          </p:spTgt>
                                        </p:tgtEl>
                                        <p:attrNameLst>
                                          <p:attrName>style.visibility</p:attrName>
                                        </p:attrNameLst>
                                      </p:cBhvr>
                                      <p:to>
                                        <p:strVal val="visible"/>
                                      </p:to>
                                    </p:set>
                                    <p:animEffect filter="fade" transition="in">
                                      <p:cBhvr>
                                        <p:cTn dur="1000"/>
                                        <p:tgtEl>
                                          <p:spTgt spid="7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xEl>
                                              <p:pRg end="3" st="3"/>
                                            </p:txEl>
                                          </p:spTgt>
                                        </p:tgtEl>
                                        <p:attrNameLst>
                                          <p:attrName>style.visibility</p:attrName>
                                        </p:attrNameLst>
                                      </p:cBhvr>
                                      <p:to>
                                        <p:strVal val="visible"/>
                                      </p:to>
                                    </p:set>
                                    <p:animEffect filter="fade" transition="in">
                                      <p:cBhvr>
                                        <p:cTn dur="1000"/>
                                        <p:tgtEl>
                                          <p:spTgt spid="7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xEl>
                                              <p:pRg end="4" st="4"/>
                                            </p:txEl>
                                          </p:spTgt>
                                        </p:tgtEl>
                                        <p:attrNameLst>
                                          <p:attrName>style.visibility</p:attrName>
                                        </p:attrNameLst>
                                      </p:cBhvr>
                                      <p:to>
                                        <p:strVal val="visible"/>
                                      </p:to>
                                    </p:set>
                                    <p:animEffect filter="fade" transition="in">
                                      <p:cBhvr>
                                        <p:cTn dur="1000"/>
                                        <p:tgtEl>
                                          <p:spTgt spid="7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xEl>
                                              <p:pRg end="5" st="5"/>
                                            </p:txEl>
                                          </p:spTgt>
                                        </p:tgtEl>
                                        <p:attrNameLst>
                                          <p:attrName>style.visibility</p:attrName>
                                        </p:attrNameLst>
                                      </p:cBhvr>
                                      <p:to>
                                        <p:strVal val="visible"/>
                                      </p:to>
                                    </p:set>
                                    <p:animEffect filter="fade" transition="in">
                                      <p:cBhvr>
                                        <p:cTn dur="1000"/>
                                        <p:tgtEl>
                                          <p:spTgt spid="7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xEl>
                                              <p:pRg end="6" st="6"/>
                                            </p:txEl>
                                          </p:spTgt>
                                        </p:tgtEl>
                                        <p:attrNameLst>
                                          <p:attrName>style.visibility</p:attrName>
                                        </p:attrNameLst>
                                      </p:cBhvr>
                                      <p:to>
                                        <p:strVal val="visible"/>
                                      </p:to>
                                    </p:set>
                                    <p:animEffect filter="fade" transition="in">
                                      <p:cBhvr>
                                        <p:cTn dur="1000"/>
                                        <p:tgtEl>
                                          <p:spTgt spid="79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29"/>
          <p:cNvSpPr/>
          <p:nvPr/>
        </p:nvSpPr>
        <p:spPr>
          <a:xfrm>
            <a:off x="-4819" y="0"/>
            <a:ext cx="9178800" cy="5143500"/>
          </a:xfrm>
          <a:prstGeom prst="rect">
            <a:avLst/>
          </a:prstGeom>
          <a:solidFill>
            <a:schemeClr val="accent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0" name="Google Shape;800;p129"/>
          <p:cNvSpPr txBox="1"/>
          <p:nvPr/>
        </p:nvSpPr>
        <p:spPr>
          <a:xfrm>
            <a:off x="121200" y="828675"/>
            <a:ext cx="8901600" cy="4205100"/>
          </a:xfrm>
          <a:prstGeom prst="rect">
            <a:avLst/>
          </a:prstGeom>
          <a:noFill/>
          <a:ln>
            <a:noFill/>
          </a:ln>
        </p:spPr>
        <p:txBody>
          <a:bodyPr anchorCtr="0" anchor="t" bIns="34275" lIns="68575" spcFirstLastPara="1" rIns="68575" wrap="square" tIns="34275">
            <a:spAutoFit/>
          </a:bodyPr>
          <a:lstStyle/>
          <a:p>
            <a:pPr indent="-298450" lvl="0" marL="457200" rtl="0" algn="l">
              <a:lnSpc>
                <a:spcPct val="115000"/>
              </a:lnSpc>
              <a:spcBef>
                <a:spcPts val="1200"/>
              </a:spcBef>
              <a:spcAft>
                <a:spcPts val="0"/>
              </a:spcAft>
              <a:buClr>
                <a:schemeClr val="lt1"/>
              </a:buClr>
              <a:buSzPts val="1100"/>
              <a:buChar char="●"/>
            </a:pPr>
            <a:r>
              <a:rPr b="1" lang="en" sz="1100">
                <a:solidFill>
                  <a:schemeClr val="lt1"/>
                </a:solidFill>
              </a:rPr>
              <a:t>AI is vastly underutilized</a:t>
            </a:r>
            <a:r>
              <a:rPr lang="en" sz="1100">
                <a:solidFill>
                  <a:schemeClr val="lt1"/>
                </a:solidFill>
              </a:rPr>
              <a:t> – most employees don’t know what it is, let alone how to use it. Enterprise success requires AI-specific skills, not casual personal use.</a:t>
            </a:r>
            <a:br>
              <a:rPr lang="en"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 sz="1100">
                <a:solidFill>
                  <a:schemeClr val="lt1"/>
                </a:solidFill>
              </a:rPr>
              <a:t>AI outperforms humans across many domains</a:t>
            </a:r>
            <a:r>
              <a:rPr lang="en" sz="1100">
                <a:solidFill>
                  <a:schemeClr val="lt1"/>
                </a:solidFill>
              </a:rPr>
              <a:t> – knowledge is now commoditized, giving anyone instant leverage in areas once gated by experts. Everyone can code a basic app.</a:t>
            </a:r>
            <a:br>
              <a:rPr lang="en"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 sz="1100">
                <a:solidFill>
                  <a:schemeClr val="lt1"/>
                </a:solidFill>
              </a:rPr>
              <a:t>O</a:t>
            </a:r>
            <a:r>
              <a:rPr b="1" lang="en" sz="1100">
                <a:solidFill>
                  <a:schemeClr val="lt1"/>
                </a:solidFill>
              </a:rPr>
              <a:t>rganizations are not ready</a:t>
            </a:r>
            <a:r>
              <a:rPr lang="en" sz="1100">
                <a:solidFill>
                  <a:schemeClr val="lt1"/>
                </a:solidFill>
              </a:rPr>
              <a:t> – current structures and technology infrastructure lag far behind AI’s advancement, leaving untapped potential on the table.</a:t>
            </a:r>
            <a:br>
              <a:rPr lang="en"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 sz="1100">
                <a:solidFill>
                  <a:schemeClr val="lt1"/>
                </a:solidFill>
              </a:rPr>
              <a:t>Most low level work is already automatable</a:t>
            </a:r>
            <a:r>
              <a:rPr lang="en" sz="1100">
                <a:solidFill>
                  <a:schemeClr val="lt1"/>
                </a:solidFill>
              </a:rPr>
              <a:t> – document generation, reporting, training, email, and information review are better done by AI and many companies are already automating it. </a:t>
            </a:r>
            <a:br>
              <a:rPr lang="en"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 sz="1100">
                <a:solidFill>
                  <a:schemeClr val="lt1"/>
                </a:solidFill>
              </a:rPr>
              <a:t>AI isn’t replacing people directly—but it changes everything</a:t>
            </a:r>
            <a:r>
              <a:rPr lang="en" sz="1100">
                <a:solidFill>
                  <a:schemeClr val="lt1"/>
                </a:solidFill>
              </a:rPr>
              <a:t> – by removing knowledge gatekeepers, it forces individuals and leaders to redefine how they contribute.</a:t>
            </a:r>
            <a:br>
              <a:rPr lang="en" sz="1100">
                <a:solidFill>
                  <a:schemeClr val="lt1"/>
                </a:solidFill>
              </a:rPr>
            </a:br>
            <a:endParaRPr sz="1100">
              <a:solidFill>
                <a:schemeClr val="lt1"/>
              </a:solidFill>
            </a:endParaRPr>
          </a:p>
          <a:p>
            <a:pPr indent="0" lvl="0" marL="0" rtl="0" algn="ctr">
              <a:lnSpc>
                <a:spcPct val="115000"/>
              </a:lnSpc>
              <a:spcBef>
                <a:spcPts val="1200"/>
              </a:spcBef>
              <a:spcAft>
                <a:spcPts val="0"/>
              </a:spcAft>
              <a:buNone/>
            </a:pPr>
            <a:r>
              <a:rPr b="1" lang="en" sz="1100">
                <a:solidFill>
                  <a:schemeClr val="lt1"/>
                </a:solidFill>
              </a:rPr>
              <a:t>The inflection point is here</a:t>
            </a:r>
            <a:r>
              <a:rPr lang="en" sz="1100">
                <a:solidFill>
                  <a:schemeClr val="lt1"/>
                </a:solidFill>
              </a:rPr>
              <a:t> </a:t>
            </a:r>
            <a:endParaRPr sz="1100">
              <a:solidFill>
                <a:schemeClr val="lt1"/>
              </a:solidFill>
            </a:endParaRPr>
          </a:p>
          <a:p>
            <a:pPr indent="0" lvl="0" marL="0" rtl="0" algn="ctr">
              <a:lnSpc>
                <a:spcPct val="115000"/>
              </a:lnSpc>
              <a:spcBef>
                <a:spcPts val="1200"/>
              </a:spcBef>
              <a:spcAft>
                <a:spcPts val="0"/>
              </a:spcAft>
              <a:buNone/>
            </a:pPr>
            <a:r>
              <a:rPr lang="en" sz="1100">
                <a:solidFill>
                  <a:schemeClr val="lt1"/>
                </a:solidFill>
              </a:rPr>
              <a:t>AI is not about tools; it’s about rethinking work, skills, and operating models to compete in an AI-powered world.</a:t>
            </a:r>
            <a:br>
              <a:rPr lang="en" sz="1100">
                <a:solidFill>
                  <a:schemeClr val="lt1"/>
                </a:solidFill>
              </a:rPr>
            </a:br>
            <a:endParaRPr sz="1100">
              <a:solidFill>
                <a:schemeClr val="lt1"/>
              </a:solidFill>
            </a:endParaRPr>
          </a:p>
          <a:p>
            <a:pPr indent="0" lvl="0" marL="0" rtl="0" algn="l">
              <a:spcBef>
                <a:spcPts val="1200"/>
              </a:spcBef>
              <a:spcAft>
                <a:spcPts val="0"/>
              </a:spcAft>
              <a:buClr>
                <a:schemeClr val="dk1"/>
              </a:buClr>
              <a:buSzPts val="1100"/>
              <a:buFont typeface="Arial"/>
              <a:buNone/>
            </a:pPr>
            <a:r>
              <a:t/>
            </a:r>
            <a:endParaRPr b="1" sz="1100">
              <a:solidFill>
                <a:schemeClr val="lt1"/>
              </a:solidFill>
            </a:endParaRPr>
          </a:p>
        </p:txBody>
      </p:sp>
      <p:pic>
        <p:nvPicPr>
          <p:cNvPr id="801" name="Google Shape;801;p129"/>
          <p:cNvPicPr preferRelativeResize="0"/>
          <p:nvPr/>
        </p:nvPicPr>
        <p:blipFill rotWithShape="1">
          <a:blip r:embed="rId3">
            <a:alphaModFix/>
          </a:blip>
          <a:srcRect b="0" l="0" r="0" t="0"/>
          <a:stretch/>
        </p:blipFill>
        <p:spPr>
          <a:xfrm>
            <a:off x="271463" y="4697737"/>
            <a:ext cx="681073" cy="139331"/>
          </a:xfrm>
          <a:prstGeom prst="rect">
            <a:avLst/>
          </a:prstGeom>
          <a:noFill/>
          <a:ln>
            <a:noFill/>
          </a:ln>
        </p:spPr>
      </p:pic>
      <p:sp>
        <p:nvSpPr>
          <p:cNvPr id="802" name="Google Shape;802;p129"/>
          <p:cNvSpPr txBox="1"/>
          <p:nvPr>
            <p:ph type="title"/>
          </p:nvPr>
        </p:nvSpPr>
        <p:spPr>
          <a:xfrm>
            <a:off x="263266" y="208419"/>
            <a:ext cx="3852600" cy="605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000"/>
              </a:spcBef>
              <a:spcAft>
                <a:spcPts val="0"/>
              </a:spcAft>
              <a:buClr>
                <a:schemeClr val="dk1"/>
              </a:buClr>
              <a:buSzPts val="1100"/>
              <a:buFont typeface="Arial"/>
              <a:buNone/>
            </a:pPr>
            <a:r>
              <a:rPr b="0" lang="en" sz="2000">
                <a:solidFill>
                  <a:schemeClr val="lt1"/>
                </a:solidFill>
                <a:latin typeface="Arial"/>
                <a:ea typeface="Arial"/>
                <a:cs typeface="Arial"/>
                <a:sym typeface="Arial"/>
              </a:rPr>
              <a:t>State of AI</a:t>
            </a:r>
            <a:endParaRPr b="0" sz="600">
              <a:solidFill>
                <a:schemeClr val="lt1"/>
              </a:solidFill>
              <a:latin typeface="Nunito Sans"/>
              <a:ea typeface="Nunito Sans"/>
              <a:cs typeface="Nunito Sans"/>
              <a:sym typeface="Nunito Sans"/>
            </a:endParaRPr>
          </a:p>
          <a:p>
            <a:pPr indent="0" lvl="0" marL="0" rtl="0" algn="l">
              <a:lnSpc>
                <a:spcPct val="100000"/>
              </a:lnSpc>
              <a:spcBef>
                <a:spcPts val="1000"/>
              </a:spcBef>
              <a:spcAft>
                <a:spcPts val="1000"/>
              </a:spcAft>
              <a:buClr>
                <a:schemeClr val="dk1"/>
              </a:buClr>
              <a:buSzPts val="2400"/>
              <a:buFont typeface="Arial Black"/>
              <a:buNone/>
            </a:pPr>
            <a:r>
              <a:t/>
            </a:r>
            <a:endParaRPr b="0" sz="1100">
              <a:solidFill>
                <a:schemeClr val="lt1"/>
              </a:solidFill>
              <a:latin typeface="Nunito Sans"/>
              <a:ea typeface="Nunito Sans"/>
              <a:cs typeface="Nunito Sans"/>
              <a:sym typeface="Nunito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xEl>
                                              <p:pRg end="0" st="0"/>
                                            </p:txEl>
                                          </p:spTgt>
                                        </p:tgtEl>
                                        <p:attrNameLst>
                                          <p:attrName>style.visibility</p:attrName>
                                        </p:attrNameLst>
                                      </p:cBhvr>
                                      <p:to>
                                        <p:strVal val="visible"/>
                                      </p:to>
                                    </p:set>
                                    <p:animEffect filter="fade" transition="in">
                                      <p:cBhvr>
                                        <p:cTn dur="1000"/>
                                        <p:tgtEl>
                                          <p:spTgt spid="8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xEl>
                                              <p:pRg end="1" st="1"/>
                                            </p:txEl>
                                          </p:spTgt>
                                        </p:tgtEl>
                                        <p:attrNameLst>
                                          <p:attrName>style.visibility</p:attrName>
                                        </p:attrNameLst>
                                      </p:cBhvr>
                                      <p:to>
                                        <p:strVal val="visible"/>
                                      </p:to>
                                    </p:set>
                                    <p:animEffect filter="fade" transition="in">
                                      <p:cBhvr>
                                        <p:cTn dur="1000"/>
                                        <p:tgtEl>
                                          <p:spTgt spid="8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xEl>
                                              <p:pRg end="2" st="2"/>
                                            </p:txEl>
                                          </p:spTgt>
                                        </p:tgtEl>
                                        <p:attrNameLst>
                                          <p:attrName>style.visibility</p:attrName>
                                        </p:attrNameLst>
                                      </p:cBhvr>
                                      <p:to>
                                        <p:strVal val="visible"/>
                                      </p:to>
                                    </p:set>
                                    <p:animEffect filter="fade" transition="in">
                                      <p:cBhvr>
                                        <p:cTn dur="1000"/>
                                        <p:tgtEl>
                                          <p:spTgt spid="8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xEl>
                                              <p:pRg end="3" st="3"/>
                                            </p:txEl>
                                          </p:spTgt>
                                        </p:tgtEl>
                                        <p:attrNameLst>
                                          <p:attrName>style.visibility</p:attrName>
                                        </p:attrNameLst>
                                      </p:cBhvr>
                                      <p:to>
                                        <p:strVal val="visible"/>
                                      </p:to>
                                    </p:set>
                                    <p:animEffect filter="fade" transition="in">
                                      <p:cBhvr>
                                        <p:cTn dur="1000"/>
                                        <p:tgtEl>
                                          <p:spTgt spid="8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xEl>
                                              <p:pRg end="4" st="4"/>
                                            </p:txEl>
                                          </p:spTgt>
                                        </p:tgtEl>
                                        <p:attrNameLst>
                                          <p:attrName>style.visibility</p:attrName>
                                        </p:attrNameLst>
                                      </p:cBhvr>
                                      <p:to>
                                        <p:strVal val="visible"/>
                                      </p:to>
                                    </p:set>
                                    <p:animEffect filter="fade" transition="in">
                                      <p:cBhvr>
                                        <p:cTn dur="1000"/>
                                        <p:tgtEl>
                                          <p:spTgt spid="8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xEl>
                                              <p:pRg end="5" st="5"/>
                                            </p:txEl>
                                          </p:spTgt>
                                        </p:tgtEl>
                                        <p:attrNameLst>
                                          <p:attrName>style.visibility</p:attrName>
                                        </p:attrNameLst>
                                      </p:cBhvr>
                                      <p:to>
                                        <p:strVal val="visible"/>
                                      </p:to>
                                    </p:set>
                                    <p:animEffect filter="fade" transition="in">
                                      <p:cBhvr>
                                        <p:cTn dur="1000"/>
                                        <p:tgtEl>
                                          <p:spTgt spid="8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xEl>
                                              <p:pRg end="6" st="6"/>
                                            </p:txEl>
                                          </p:spTgt>
                                        </p:tgtEl>
                                        <p:attrNameLst>
                                          <p:attrName>style.visibility</p:attrName>
                                        </p:attrNameLst>
                                      </p:cBhvr>
                                      <p:to>
                                        <p:strVal val="visible"/>
                                      </p:to>
                                    </p:set>
                                    <p:animEffect filter="fade" transition="in">
                                      <p:cBhvr>
                                        <p:cTn dur="1000"/>
                                        <p:tgtEl>
                                          <p:spTgt spid="8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xEl>
                                              <p:pRg end="7" st="7"/>
                                            </p:txEl>
                                          </p:spTgt>
                                        </p:tgtEl>
                                        <p:attrNameLst>
                                          <p:attrName>style.visibility</p:attrName>
                                        </p:attrNameLst>
                                      </p:cBhvr>
                                      <p:to>
                                        <p:strVal val="visible"/>
                                      </p:to>
                                    </p:set>
                                    <p:animEffect filter="fade" transition="in">
                                      <p:cBhvr>
                                        <p:cTn dur="1000"/>
                                        <p:tgtEl>
                                          <p:spTgt spid="800">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grpSp>
        <p:nvGrpSpPr>
          <p:cNvPr id="807" name="Google Shape;807;p130"/>
          <p:cNvGrpSpPr/>
          <p:nvPr/>
        </p:nvGrpSpPr>
        <p:grpSpPr>
          <a:xfrm>
            <a:off x="888052" y="2628877"/>
            <a:ext cx="3502698" cy="1139473"/>
            <a:chOff x="1708003" y="3525469"/>
            <a:chExt cx="4670264" cy="1519298"/>
          </a:xfrm>
        </p:grpSpPr>
        <p:sp>
          <p:nvSpPr>
            <p:cNvPr id="808" name="Google Shape;808;p130"/>
            <p:cNvSpPr txBox="1"/>
            <p:nvPr/>
          </p:nvSpPr>
          <p:spPr>
            <a:xfrm>
              <a:off x="2544603" y="3582000"/>
              <a:ext cx="3535200" cy="3180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None/>
              </a:pPr>
              <a:r>
                <a:rPr b="1" lang="en" sz="1100">
                  <a:latin typeface="Nunito Sans"/>
                  <a:ea typeface="Nunito Sans"/>
                  <a:cs typeface="Nunito Sans"/>
                  <a:sym typeface="Nunito Sans"/>
                </a:rPr>
                <a:t>3. A Culture of Innovation </a:t>
              </a:r>
              <a:endParaRPr b="1" i="0" sz="1100" u="none" cap="none" strike="noStrike">
                <a:solidFill>
                  <a:srgbClr val="000000"/>
                </a:solidFill>
                <a:latin typeface="Nunito Sans"/>
                <a:ea typeface="Nunito Sans"/>
                <a:cs typeface="Nunito Sans"/>
                <a:sym typeface="Nunito Sans"/>
              </a:endParaRPr>
            </a:p>
          </p:txBody>
        </p:sp>
        <p:sp>
          <p:nvSpPr>
            <p:cNvPr id="809" name="Google Shape;809;p130"/>
            <p:cNvSpPr txBox="1"/>
            <p:nvPr/>
          </p:nvSpPr>
          <p:spPr>
            <a:xfrm>
              <a:off x="2534425" y="3802733"/>
              <a:ext cx="3725700" cy="438300"/>
            </a:xfrm>
            <a:prstGeom prst="rect">
              <a:avLst/>
            </a:prstGeom>
            <a:noFill/>
            <a:ln>
              <a:noFill/>
            </a:ln>
          </p:spPr>
          <p:txBody>
            <a:bodyPr anchorCtr="0" anchor="t" bIns="40775" lIns="81550" spcFirstLastPara="1" rIns="81550" wrap="square" tIns="40775">
              <a:spAutoFit/>
            </a:bodyPr>
            <a:lstStyle/>
            <a:p>
              <a:pPr indent="0" lvl="0" marL="0" rtl="0" algn="l">
                <a:spcBef>
                  <a:spcPts val="0"/>
                </a:spcBef>
                <a:spcAft>
                  <a:spcPts val="0"/>
                </a:spcAft>
                <a:buClr>
                  <a:schemeClr val="dk1"/>
                </a:buClr>
                <a:buFont typeface="Arial"/>
                <a:buNone/>
              </a:pPr>
              <a:r>
                <a:rPr lang="en" sz="800">
                  <a:solidFill>
                    <a:schemeClr val="dk1"/>
                  </a:solidFill>
                  <a:latin typeface="Nunito Sans"/>
                  <a:ea typeface="Nunito Sans"/>
                  <a:cs typeface="Nunito Sans"/>
                  <a:sym typeface="Nunito Sans"/>
                </a:rPr>
                <a:t>Contribute</a:t>
              </a:r>
              <a:r>
                <a:rPr lang="en" sz="800">
                  <a:solidFill>
                    <a:schemeClr val="dk1"/>
                  </a:solidFill>
                  <a:latin typeface="Nunito Sans"/>
                  <a:ea typeface="Nunito Sans"/>
                  <a:cs typeface="Nunito Sans"/>
                  <a:sym typeface="Nunito Sans"/>
                </a:rPr>
                <a:t> to team innovation and advancement through sharing of learnings and best practices</a:t>
              </a:r>
              <a:endParaRPr sz="800">
                <a:latin typeface="Nunito Sans"/>
                <a:ea typeface="Nunito Sans"/>
                <a:cs typeface="Nunito Sans"/>
                <a:sym typeface="Nunito Sans"/>
              </a:endParaRPr>
            </a:p>
          </p:txBody>
        </p:sp>
        <p:sp>
          <p:nvSpPr>
            <p:cNvPr id="810" name="Google Shape;810;p130"/>
            <p:cNvSpPr txBox="1"/>
            <p:nvPr/>
          </p:nvSpPr>
          <p:spPr>
            <a:xfrm>
              <a:off x="2544567" y="4278267"/>
              <a:ext cx="3833700" cy="766500"/>
            </a:xfrm>
            <a:prstGeom prst="rect">
              <a:avLst/>
            </a:prstGeom>
            <a:noFill/>
            <a:ln>
              <a:noFill/>
            </a:ln>
          </p:spPr>
          <p:txBody>
            <a:bodyPr anchorCtr="0" anchor="t" bIns="40775" lIns="81550" spcFirstLastPara="1" rIns="81550" wrap="square" tIns="40775">
              <a:spAutoFit/>
            </a:bodyPr>
            <a:lstStyle/>
            <a:p>
              <a:pPr indent="-101600" lvl="0" marL="889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Establish standards and share insight between teams</a:t>
              </a:r>
              <a:endParaRPr sz="800">
                <a:solidFill>
                  <a:srgbClr val="136EF6"/>
                </a:solidFill>
                <a:latin typeface="Nunito Sans"/>
                <a:ea typeface="Nunito Sans"/>
                <a:cs typeface="Nunito Sans"/>
                <a:sym typeface="Nunito Sans"/>
              </a:endParaRPr>
            </a:p>
            <a:p>
              <a:pPr indent="-101600" lvl="0" marL="889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Share </a:t>
              </a:r>
              <a:r>
                <a:rPr lang="en" sz="800">
                  <a:solidFill>
                    <a:srgbClr val="136EF6"/>
                  </a:solidFill>
                  <a:latin typeface="Nunito Sans"/>
                  <a:ea typeface="Nunito Sans"/>
                  <a:cs typeface="Nunito Sans"/>
                  <a:sym typeface="Nunito Sans"/>
                </a:rPr>
                <a:t>successes and learn as an organization from failure (expect to fail a lot)</a:t>
              </a:r>
              <a:endParaRPr sz="800">
                <a:solidFill>
                  <a:srgbClr val="136EF6"/>
                </a:solidFill>
                <a:latin typeface="Nunito Sans"/>
                <a:ea typeface="Nunito Sans"/>
                <a:cs typeface="Nunito Sans"/>
                <a:sym typeface="Nunito Sans"/>
              </a:endParaRPr>
            </a:p>
            <a:p>
              <a:pPr indent="-101600" lvl="0" marL="889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Grow together</a:t>
              </a:r>
              <a:endParaRPr sz="800">
                <a:solidFill>
                  <a:srgbClr val="136EF6"/>
                </a:solidFill>
                <a:latin typeface="Nunito Sans"/>
                <a:ea typeface="Nunito Sans"/>
                <a:cs typeface="Nunito Sans"/>
                <a:sym typeface="Nunito Sans"/>
              </a:endParaRPr>
            </a:p>
          </p:txBody>
        </p:sp>
        <p:sp>
          <p:nvSpPr>
            <p:cNvPr id="811" name="Google Shape;811;p130"/>
            <p:cNvSpPr/>
            <p:nvPr/>
          </p:nvSpPr>
          <p:spPr>
            <a:xfrm>
              <a:off x="1708003" y="3525469"/>
              <a:ext cx="854700" cy="854700"/>
            </a:xfrm>
            <a:prstGeom prst="ellipse">
              <a:avLst/>
            </a:prstGeom>
            <a:solidFill>
              <a:srgbClr val="136EF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rgbClr val="FFFFFF"/>
                </a:solidFill>
                <a:latin typeface="Arial"/>
                <a:ea typeface="Arial"/>
                <a:cs typeface="Arial"/>
                <a:sym typeface="Arial"/>
              </a:endParaRPr>
            </a:p>
          </p:txBody>
        </p:sp>
        <p:pic>
          <p:nvPicPr>
            <p:cNvPr id="812" name="Google Shape;812;p130"/>
            <p:cNvPicPr preferRelativeResize="0"/>
            <p:nvPr/>
          </p:nvPicPr>
          <p:blipFill rotWithShape="1">
            <a:blip r:embed="rId3">
              <a:alphaModFix/>
            </a:blip>
            <a:srcRect b="0" l="0" r="0" t="0"/>
            <a:stretch/>
          </p:blipFill>
          <p:spPr>
            <a:xfrm>
              <a:off x="1878082" y="3690403"/>
              <a:ext cx="514540" cy="524829"/>
            </a:xfrm>
            <a:prstGeom prst="rect">
              <a:avLst/>
            </a:prstGeom>
            <a:noFill/>
            <a:ln>
              <a:noFill/>
            </a:ln>
          </p:spPr>
        </p:pic>
      </p:grpSp>
      <p:grpSp>
        <p:nvGrpSpPr>
          <p:cNvPr id="813" name="Google Shape;813;p130"/>
          <p:cNvGrpSpPr/>
          <p:nvPr/>
        </p:nvGrpSpPr>
        <p:grpSpPr>
          <a:xfrm>
            <a:off x="5549769" y="880725"/>
            <a:ext cx="3099534" cy="1497050"/>
            <a:chOff x="7388882" y="3544034"/>
            <a:chExt cx="3643510" cy="1996067"/>
          </a:xfrm>
        </p:grpSpPr>
        <p:sp>
          <p:nvSpPr>
            <p:cNvPr id="814" name="Google Shape;814;p130"/>
            <p:cNvSpPr txBox="1"/>
            <p:nvPr/>
          </p:nvSpPr>
          <p:spPr>
            <a:xfrm>
              <a:off x="7397615" y="3544034"/>
              <a:ext cx="3310800" cy="318000"/>
            </a:xfrm>
            <a:prstGeom prst="rect">
              <a:avLst/>
            </a:prstGeom>
            <a:noFill/>
            <a:ln>
              <a:noFill/>
            </a:ln>
          </p:spPr>
          <p:txBody>
            <a:bodyPr anchorCtr="0" anchor="ctr" bIns="34275" lIns="68575" spcFirstLastPara="1" rIns="68575" wrap="square" tIns="34275">
              <a:spAutoFit/>
            </a:bodyPr>
            <a:lstStyle/>
            <a:p>
              <a:pPr indent="114300" lvl="0" marL="0" marR="0" rtl="0" algn="l">
                <a:lnSpc>
                  <a:spcPct val="100000"/>
                </a:lnSpc>
                <a:spcBef>
                  <a:spcPts val="0"/>
                </a:spcBef>
                <a:spcAft>
                  <a:spcPts val="0"/>
                </a:spcAft>
                <a:buNone/>
              </a:pPr>
              <a:r>
                <a:rPr b="1" lang="en" sz="1100">
                  <a:latin typeface="Nunito Sans"/>
                  <a:ea typeface="Nunito Sans"/>
                  <a:cs typeface="Nunito Sans"/>
                  <a:sym typeface="Nunito Sans"/>
                </a:rPr>
                <a:t>2. Improved Customer Signal</a:t>
              </a:r>
              <a:endParaRPr b="1" i="0" sz="1100" u="none" cap="none" strike="noStrike">
                <a:solidFill>
                  <a:srgbClr val="000000"/>
                </a:solidFill>
                <a:latin typeface="Nunito Sans"/>
                <a:ea typeface="Nunito Sans"/>
                <a:cs typeface="Nunito Sans"/>
                <a:sym typeface="Nunito Sans"/>
              </a:endParaRPr>
            </a:p>
          </p:txBody>
        </p:sp>
        <p:sp>
          <p:nvSpPr>
            <p:cNvPr id="815" name="Google Shape;815;p130"/>
            <p:cNvSpPr txBox="1"/>
            <p:nvPr/>
          </p:nvSpPr>
          <p:spPr>
            <a:xfrm>
              <a:off x="7388882" y="3755476"/>
              <a:ext cx="3379800" cy="438300"/>
            </a:xfrm>
            <a:prstGeom prst="rect">
              <a:avLst/>
            </a:prstGeom>
            <a:noFill/>
            <a:ln>
              <a:noFill/>
            </a:ln>
          </p:spPr>
          <p:txBody>
            <a:bodyPr anchorCtr="0" anchor="t" bIns="40775" lIns="81550" spcFirstLastPara="1" rIns="81550" wrap="square" tIns="40775">
              <a:spAutoFit/>
            </a:bodyPr>
            <a:lstStyle/>
            <a:p>
              <a:pPr indent="0" lvl="0" marL="114300" marR="0" rtl="0" algn="l">
                <a:lnSpc>
                  <a:spcPct val="100000"/>
                </a:lnSpc>
                <a:spcBef>
                  <a:spcPts val="0"/>
                </a:spcBef>
                <a:spcAft>
                  <a:spcPts val="0"/>
                </a:spcAft>
                <a:buNone/>
              </a:pPr>
              <a:r>
                <a:rPr lang="en" sz="800">
                  <a:latin typeface="Nunito Sans"/>
                  <a:ea typeface="Nunito Sans"/>
                  <a:cs typeface="Nunito Sans"/>
                  <a:sym typeface="Nunito Sans"/>
                </a:rPr>
                <a:t>Get AI into the hands of or customers and </a:t>
              </a:r>
              <a:r>
                <a:rPr lang="en" sz="800">
                  <a:latin typeface="Nunito Sans"/>
                  <a:ea typeface="Nunito Sans"/>
                  <a:cs typeface="Nunito Sans"/>
                  <a:sym typeface="Nunito Sans"/>
                </a:rPr>
                <a:t>relentlessly</a:t>
              </a:r>
              <a:r>
                <a:rPr lang="en" sz="800">
                  <a:latin typeface="Nunito Sans"/>
                  <a:ea typeface="Nunito Sans"/>
                  <a:cs typeface="Nunito Sans"/>
                  <a:sym typeface="Nunito Sans"/>
                </a:rPr>
                <a:t> learn from interactions</a:t>
              </a:r>
              <a:endParaRPr i="0" sz="800" u="none" cap="none" strike="noStrike">
                <a:solidFill>
                  <a:srgbClr val="000000"/>
                </a:solidFill>
                <a:latin typeface="Nunito Sans"/>
                <a:ea typeface="Nunito Sans"/>
                <a:cs typeface="Nunito Sans"/>
                <a:sym typeface="Nunito Sans"/>
              </a:endParaRPr>
            </a:p>
          </p:txBody>
        </p:sp>
        <p:sp>
          <p:nvSpPr>
            <p:cNvPr id="816" name="Google Shape;816;p130"/>
            <p:cNvSpPr txBox="1"/>
            <p:nvPr/>
          </p:nvSpPr>
          <p:spPr>
            <a:xfrm>
              <a:off x="7388892" y="4281000"/>
              <a:ext cx="3643500" cy="1259100"/>
            </a:xfrm>
            <a:prstGeom prst="rect">
              <a:avLst/>
            </a:prstGeom>
            <a:noFill/>
            <a:ln>
              <a:noFill/>
            </a:ln>
          </p:spPr>
          <p:txBody>
            <a:bodyPr anchorCtr="0" anchor="t" bIns="40775" lIns="81550" spcFirstLastPara="1" rIns="81550" wrap="square" tIns="40775">
              <a:spAutoFit/>
            </a:bodyPr>
            <a:lstStyle/>
            <a:p>
              <a:pPr indent="-101600" lvl="0" marL="2286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Speed to market and </a:t>
              </a:r>
              <a:r>
                <a:rPr lang="en" sz="800">
                  <a:solidFill>
                    <a:srgbClr val="136EF6"/>
                  </a:solidFill>
                  <a:latin typeface="Nunito Sans"/>
                  <a:ea typeface="Nunito Sans"/>
                  <a:cs typeface="Nunito Sans"/>
                  <a:sym typeface="Nunito Sans"/>
                </a:rPr>
                <a:t>interaction</a:t>
              </a:r>
              <a:r>
                <a:rPr lang="en" sz="800">
                  <a:solidFill>
                    <a:srgbClr val="136EF6"/>
                  </a:solidFill>
                  <a:latin typeface="Nunito Sans"/>
                  <a:ea typeface="Nunito Sans"/>
                  <a:cs typeface="Nunito Sans"/>
                  <a:sym typeface="Nunito Sans"/>
                </a:rPr>
                <a:t> cycle speed are key success factors</a:t>
              </a:r>
              <a:endParaRPr sz="800">
                <a:solidFill>
                  <a:srgbClr val="136EF6"/>
                </a:solidFill>
                <a:latin typeface="Nunito Sans"/>
                <a:ea typeface="Nunito Sans"/>
                <a:cs typeface="Nunito Sans"/>
                <a:sym typeface="Nunito Sans"/>
              </a:endParaRPr>
            </a:p>
            <a:p>
              <a:pPr indent="-101600" lvl="0" marL="2286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Learn what our customers need, expect and will adopt to </a:t>
              </a:r>
              <a:r>
                <a:rPr lang="en" sz="800">
                  <a:solidFill>
                    <a:srgbClr val="136EF6"/>
                  </a:solidFill>
                  <a:latin typeface="Nunito Sans"/>
                  <a:ea typeface="Nunito Sans"/>
                  <a:cs typeface="Nunito Sans"/>
                  <a:sym typeface="Nunito Sans"/>
                </a:rPr>
                <a:t>improve</a:t>
              </a:r>
              <a:r>
                <a:rPr lang="en" sz="800">
                  <a:solidFill>
                    <a:srgbClr val="136EF6"/>
                  </a:solidFill>
                  <a:latin typeface="Nunito Sans"/>
                  <a:ea typeface="Nunito Sans"/>
                  <a:cs typeface="Nunito Sans"/>
                  <a:sym typeface="Nunito Sans"/>
                </a:rPr>
                <a:t> </a:t>
              </a:r>
              <a:r>
                <a:rPr lang="en" sz="800">
                  <a:solidFill>
                    <a:srgbClr val="136EF6"/>
                  </a:solidFill>
                  <a:latin typeface="Nunito Sans"/>
                  <a:ea typeface="Nunito Sans"/>
                  <a:cs typeface="Nunito Sans"/>
                  <a:sym typeface="Nunito Sans"/>
                </a:rPr>
                <a:t>their experience and ways of working. </a:t>
              </a:r>
              <a:endParaRPr sz="800">
                <a:solidFill>
                  <a:srgbClr val="136EF6"/>
                </a:solidFill>
                <a:latin typeface="Nunito Sans"/>
                <a:ea typeface="Nunito Sans"/>
                <a:cs typeface="Nunito Sans"/>
                <a:sym typeface="Nunito Sans"/>
              </a:endParaRPr>
            </a:p>
            <a:p>
              <a:pPr indent="-101600" lvl="0" marL="2286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Don’t expect customers to learn AI immediately, advance the learning curve by offering experiences that accommodate a variety of AI literacy levels</a:t>
              </a:r>
              <a:endParaRPr sz="800">
                <a:solidFill>
                  <a:srgbClr val="136EF6"/>
                </a:solidFill>
                <a:latin typeface="Nunito Sans"/>
                <a:ea typeface="Nunito Sans"/>
                <a:cs typeface="Nunito Sans"/>
                <a:sym typeface="Nunito Sans"/>
              </a:endParaRPr>
            </a:p>
          </p:txBody>
        </p:sp>
      </p:grpSp>
      <p:sp>
        <p:nvSpPr>
          <p:cNvPr id="817" name="Google Shape;817;p130"/>
          <p:cNvSpPr txBox="1"/>
          <p:nvPr/>
        </p:nvSpPr>
        <p:spPr>
          <a:xfrm>
            <a:off x="121306" y="388000"/>
            <a:ext cx="362400" cy="363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lang="en" sz="1100">
                <a:solidFill>
                  <a:srgbClr val="FFFFFF"/>
                </a:solidFill>
                <a:latin typeface="Montserrat"/>
                <a:ea typeface="Montserrat"/>
                <a:cs typeface="Montserrat"/>
                <a:sym typeface="Montserrat"/>
              </a:rPr>
              <a:t>2</a:t>
            </a:r>
            <a:endParaRPr sz="1100">
              <a:latin typeface="Montserrat"/>
              <a:ea typeface="Montserrat"/>
              <a:cs typeface="Montserrat"/>
              <a:sym typeface="Montserrat"/>
            </a:endParaRPr>
          </a:p>
        </p:txBody>
      </p:sp>
      <p:sp>
        <p:nvSpPr>
          <p:cNvPr id="818" name="Google Shape;818;p130"/>
          <p:cNvSpPr txBox="1"/>
          <p:nvPr>
            <p:ph type="title"/>
          </p:nvPr>
        </p:nvSpPr>
        <p:spPr>
          <a:xfrm>
            <a:off x="722650" y="387988"/>
            <a:ext cx="78867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latin typeface="Montserrat"/>
                <a:ea typeface="Montserrat"/>
                <a:cs typeface="Montserrat"/>
                <a:sym typeface="Montserrat"/>
              </a:rPr>
              <a:t>What Winning Looks Like</a:t>
            </a:r>
            <a:endParaRPr/>
          </a:p>
        </p:txBody>
      </p:sp>
      <p:grpSp>
        <p:nvGrpSpPr>
          <p:cNvPr id="819" name="Google Shape;819;p130"/>
          <p:cNvGrpSpPr/>
          <p:nvPr/>
        </p:nvGrpSpPr>
        <p:grpSpPr>
          <a:xfrm>
            <a:off x="744439" y="882622"/>
            <a:ext cx="3646313" cy="1243622"/>
            <a:chOff x="6608271" y="1634367"/>
            <a:chExt cx="3928370" cy="1658162"/>
          </a:xfrm>
        </p:grpSpPr>
        <p:sp>
          <p:nvSpPr>
            <p:cNvPr id="820" name="Google Shape;820;p130"/>
            <p:cNvSpPr txBox="1"/>
            <p:nvPr/>
          </p:nvSpPr>
          <p:spPr>
            <a:xfrm>
              <a:off x="7458967" y="1634367"/>
              <a:ext cx="3027600" cy="3180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None/>
              </a:pPr>
              <a:r>
                <a:rPr b="1" lang="en" sz="1100">
                  <a:latin typeface="Nunito Sans"/>
                  <a:ea typeface="Nunito Sans"/>
                  <a:cs typeface="Nunito Sans"/>
                  <a:sym typeface="Nunito Sans"/>
                </a:rPr>
                <a:t>1. Shift4 Literacy at All Levels</a:t>
              </a:r>
              <a:endParaRPr b="1" i="0" sz="1100" u="none" cap="none" strike="noStrike">
                <a:solidFill>
                  <a:srgbClr val="000000"/>
                </a:solidFill>
                <a:latin typeface="Nunito Sans"/>
                <a:ea typeface="Nunito Sans"/>
                <a:cs typeface="Nunito Sans"/>
                <a:sym typeface="Nunito Sans"/>
              </a:endParaRPr>
            </a:p>
          </p:txBody>
        </p:sp>
        <p:sp>
          <p:nvSpPr>
            <p:cNvPr id="821" name="Google Shape;821;p130"/>
            <p:cNvSpPr txBox="1"/>
            <p:nvPr/>
          </p:nvSpPr>
          <p:spPr>
            <a:xfrm>
              <a:off x="7458941" y="1874229"/>
              <a:ext cx="3077700" cy="602400"/>
            </a:xfrm>
            <a:prstGeom prst="rect">
              <a:avLst/>
            </a:prstGeom>
            <a:noFill/>
            <a:ln>
              <a:noFill/>
            </a:ln>
          </p:spPr>
          <p:txBody>
            <a:bodyPr anchorCtr="0" anchor="t" bIns="40775" lIns="81550" spcFirstLastPara="1" rIns="81550" wrap="square" tIns="40775">
              <a:spAutoFit/>
            </a:bodyPr>
            <a:lstStyle/>
            <a:p>
              <a:pPr indent="0" lvl="0" marL="0" marR="0" rtl="0" algn="l">
                <a:lnSpc>
                  <a:spcPct val="100000"/>
                </a:lnSpc>
                <a:spcBef>
                  <a:spcPts val="0"/>
                </a:spcBef>
                <a:spcAft>
                  <a:spcPts val="0"/>
                </a:spcAft>
                <a:buNone/>
              </a:pPr>
              <a:r>
                <a:rPr lang="en" sz="800">
                  <a:latin typeface="Nunito Sans"/>
                  <a:ea typeface="Nunito Sans"/>
                  <a:cs typeface="Nunito Sans"/>
                  <a:sym typeface="Nunito Sans"/>
                </a:rPr>
                <a:t>Identify key skills and capabilities at every stage of the product pipeline to increase time to delivery, quality and </a:t>
              </a:r>
              <a:r>
                <a:rPr lang="en" sz="800">
                  <a:latin typeface="Nunito Sans"/>
                  <a:ea typeface="Nunito Sans"/>
                  <a:cs typeface="Nunito Sans"/>
                  <a:sym typeface="Nunito Sans"/>
                </a:rPr>
                <a:t>effectiveness</a:t>
              </a:r>
              <a:r>
                <a:rPr lang="en" sz="800">
                  <a:latin typeface="Nunito Sans"/>
                  <a:ea typeface="Nunito Sans"/>
                  <a:cs typeface="Nunito Sans"/>
                  <a:sym typeface="Nunito Sans"/>
                </a:rPr>
                <a:t> in exceeding customer expectations</a:t>
              </a:r>
              <a:endParaRPr i="0" sz="800" u="none" cap="none" strike="noStrike">
                <a:solidFill>
                  <a:srgbClr val="000000"/>
                </a:solidFill>
                <a:latin typeface="Nunito Sans"/>
                <a:ea typeface="Nunito Sans"/>
                <a:cs typeface="Nunito Sans"/>
                <a:sym typeface="Nunito Sans"/>
              </a:endParaRPr>
            </a:p>
          </p:txBody>
        </p:sp>
        <p:sp>
          <p:nvSpPr>
            <p:cNvPr id="822" name="Google Shape;822;p130"/>
            <p:cNvSpPr txBox="1"/>
            <p:nvPr/>
          </p:nvSpPr>
          <p:spPr>
            <a:xfrm>
              <a:off x="7490615" y="2526029"/>
              <a:ext cx="2964300" cy="766500"/>
            </a:xfrm>
            <a:prstGeom prst="rect">
              <a:avLst/>
            </a:prstGeom>
            <a:noFill/>
            <a:ln>
              <a:noFill/>
            </a:ln>
          </p:spPr>
          <p:txBody>
            <a:bodyPr anchorCtr="0" anchor="t" bIns="40775" lIns="81550" spcFirstLastPara="1" rIns="81550" wrap="square" tIns="40775">
              <a:spAutoFit/>
            </a:bodyPr>
            <a:lstStyle/>
            <a:p>
              <a:pPr indent="-101600" lvl="0" marL="889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Know when and how to use AI effectively</a:t>
              </a:r>
              <a:endParaRPr sz="800">
                <a:solidFill>
                  <a:srgbClr val="136EF6"/>
                </a:solidFill>
                <a:latin typeface="Nunito Sans"/>
                <a:ea typeface="Nunito Sans"/>
                <a:cs typeface="Nunito Sans"/>
                <a:sym typeface="Nunito Sans"/>
              </a:endParaRPr>
            </a:p>
            <a:p>
              <a:pPr indent="-101600" lvl="0" marL="889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Use AI to automate and enable</a:t>
              </a:r>
              <a:endParaRPr sz="800">
                <a:solidFill>
                  <a:srgbClr val="136EF6"/>
                </a:solidFill>
                <a:latin typeface="Nunito Sans"/>
                <a:ea typeface="Nunito Sans"/>
                <a:cs typeface="Nunito Sans"/>
                <a:sym typeface="Nunito Sans"/>
              </a:endParaRPr>
            </a:p>
            <a:p>
              <a:pPr indent="-101600" lvl="0" marL="889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Be able to articulate how to get the most out of AI without falling into “AI traps” or hype</a:t>
              </a:r>
              <a:endParaRPr sz="800">
                <a:solidFill>
                  <a:srgbClr val="136EF6"/>
                </a:solidFill>
                <a:latin typeface="Nunito Sans"/>
                <a:ea typeface="Nunito Sans"/>
                <a:cs typeface="Nunito Sans"/>
                <a:sym typeface="Nunito Sans"/>
              </a:endParaRPr>
            </a:p>
          </p:txBody>
        </p:sp>
        <p:pic>
          <p:nvPicPr>
            <p:cNvPr id="823" name="Google Shape;823;p130"/>
            <p:cNvPicPr preferRelativeResize="0"/>
            <p:nvPr/>
          </p:nvPicPr>
          <p:blipFill rotWithShape="1">
            <a:blip r:embed="rId4">
              <a:alphaModFix/>
            </a:blip>
            <a:srcRect b="0" l="0" r="0" t="0"/>
            <a:stretch/>
          </p:blipFill>
          <p:spPr>
            <a:xfrm>
              <a:off x="6608271" y="1900700"/>
              <a:ext cx="470349" cy="467294"/>
            </a:xfrm>
            <a:prstGeom prst="rect">
              <a:avLst/>
            </a:prstGeom>
            <a:noFill/>
            <a:ln>
              <a:noFill/>
            </a:ln>
          </p:spPr>
        </p:pic>
      </p:grpSp>
      <p:grpSp>
        <p:nvGrpSpPr>
          <p:cNvPr id="824" name="Google Shape;824;p130"/>
          <p:cNvGrpSpPr/>
          <p:nvPr/>
        </p:nvGrpSpPr>
        <p:grpSpPr>
          <a:xfrm>
            <a:off x="888062" y="937559"/>
            <a:ext cx="641025" cy="641025"/>
            <a:chOff x="6854983" y="1707612"/>
            <a:chExt cx="854700" cy="854700"/>
          </a:xfrm>
        </p:grpSpPr>
        <p:sp>
          <p:nvSpPr>
            <p:cNvPr id="825" name="Google Shape;825;p130"/>
            <p:cNvSpPr/>
            <p:nvPr/>
          </p:nvSpPr>
          <p:spPr>
            <a:xfrm>
              <a:off x="6854983" y="1707612"/>
              <a:ext cx="854700" cy="854700"/>
            </a:xfrm>
            <a:prstGeom prst="ellipse">
              <a:avLst/>
            </a:prstGeom>
            <a:solidFill>
              <a:srgbClr val="136EF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rgbClr val="FFFFFF"/>
                </a:solidFill>
                <a:latin typeface="Arial"/>
                <a:ea typeface="Arial"/>
                <a:cs typeface="Arial"/>
                <a:sym typeface="Arial"/>
              </a:endParaRPr>
            </a:p>
          </p:txBody>
        </p:sp>
        <p:pic>
          <p:nvPicPr>
            <p:cNvPr id="826" name="Google Shape;826;p130"/>
            <p:cNvPicPr preferRelativeResize="0"/>
            <p:nvPr/>
          </p:nvPicPr>
          <p:blipFill rotWithShape="1">
            <a:blip r:embed="rId4">
              <a:alphaModFix/>
            </a:blip>
            <a:srcRect b="0" l="0" r="0" t="0"/>
            <a:stretch/>
          </p:blipFill>
          <p:spPr>
            <a:xfrm>
              <a:off x="7086338" y="1900700"/>
              <a:ext cx="470349" cy="467294"/>
            </a:xfrm>
            <a:prstGeom prst="rect">
              <a:avLst/>
            </a:prstGeom>
            <a:noFill/>
            <a:ln>
              <a:noFill/>
            </a:ln>
          </p:spPr>
        </p:pic>
      </p:grpSp>
      <p:sp>
        <p:nvSpPr>
          <p:cNvPr id="827" name="Google Shape;827;p130"/>
          <p:cNvSpPr/>
          <p:nvPr/>
        </p:nvSpPr>
        <p:spPr>
          <a:xfrm>
            <a:off x="5026176" y="855213"/>
            <a:ext cx="641100" cy="641100"/>
          </a:xfrm>
          <a:prstGeom prst="ellipse">
            <a:avLst/>
          </a:prstGeom>
          <a:solidFill>
            <a:srgbClr val="136EF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rgbClr val="FFFFFF"/>
              </a:solidFill>
              <a:latin typeface="Arial"/>
              <a:ea typeface="Arial"/>
              <a:cs typeface="Arial"/>
              <a:sym typeface="Arial"/>
            </a:endParaRPr>
          </a:p>
        </p:txBody>
      </p:sp>
      <p:pic>
        <p:nvPicPr>
          <p:cNvPr id="828" name="Google Shape;828;p130"/>
          <p:cNvPicPr preferRelativeResize="0"/>
          <p:nvPr/>
        </p:nvPicPr>
        <p:blipFill rotWithShape="1">
          <a:blip r:embed="rId5">
            <a:alphaModFix/>
          </a:blip>
          <a:srcRect b="0" l="0" r="0" t="0"/>
          <a:stretch/>
        </p:blipFill>
        <p:spPr>
          <a:xfrm>
            <a:off x="5139029" y="959754"/>
            <a:ext cx="385445" cy="387963"/>
          </a:xfrm>
          <a:prstGeom prst="rect">
            <a:avLst/>
          </a:prstGeom>
          <a:noFill/>
          <a:ln>
            <a:noFill/>
          </a:ln>
        </p:spPr>
      </p:pic>
      <p:grpSp>
        <p:nvGrpSpPr>
          <p:cNvPr id="829" name="Google Shape;829;p130"/>
          <p:cNvGrpSpPr/>
          <p:nvPr/>
        </p:nvGrpSpPr>
        <p:grpSpPr>
          <a:xfrm>
            <a:off x="5026215" y="2628877"/>
            <a:ext cx="3583135" cy="1241348"/>
            <a:chOff x="1491320" y="3525469"/>
            <a:chExt cx="4777514" cy="1655131"/>
          </a:xfrm>
        </p:grpSpPr>
        <p:sp>
          <p:nvSpPr>
            <p:cNvPr id="830" name="Google Shape;830;p130"/>
            <p:cNvSpPr txBox="1"/>
            <p:nvPr/>
          </p:nvSpPr>
          <p:spPr>
            <a:xfrm>
              <a:off x="2435157" y="3553742"/>
              <a:ext cx="2714700" cy="318000"/>
            </a:xfrm>
            <a:prstGeom prst="rect">
              <a:avLst/>
            </a:prstGeom>
            <a:noFill/>
            <a:ln>
              <a:noFill/>
            </a:ln>
          </p:spPr>
          <p:txBody>
            <a:bodyPr anchorCtr="0" anchor="ctr" bIns="34275" lIns="68575" spcFirstLastPara="1" rIns="68575" wrap="square" tIns="34275">
              <a:spAutoFit/>
            </a:bodyPr>
            <a:lstStyle/>
            <a:p>
              <a:pPr indent="0" lvl="0" marL="0" marR="0" rtl="0" algn="l">
                <a:lnSpc>
                  <a:spcPct val="100000"/>
                </a:lnSpc>
                <a:spcBef>
                  <a:spcPts val="0"/>
                </a:spcBef>
                <a:spcAft>
                  <a:spcPts val="0"/>
                </a:spcAft>
                <a:buNone/>
              </a:pPr>
              <a:r>
                <a:rPr b="1" lang="en" sz="1100">
                  <a:latin typeface="Nunito Sans"/>
                  <a:ea typeface="Nunito Sans"/>
                  <a:cs typeface="Nunito Sans"/>
                  <a:sym typeface="Nunito Sans"/>
                </a:rPr>
                <a:t>4</a:t>
              </a:r>
              <a:r>
                <a:rPr b="1" lang="en" sz="1100">
                  <a:latin typeface="Nunito Sans"/>
                  <a:ea typeface="Nunito Sans"/>
                  <a:cs typeface="Nunito Sans"/>
                  <a:sym typeface="Nunito Sans"/>
                </a:rPr>
                <a:t>. Compete in the Market</a:t>
              </a:r>
              <a:endParaRPr b="1" i="0" sz="1100" u="none" cap="none" strike="noStrike">
                <a:solidFill>
                  <a:srgbClr val="000000"/>
                </a:solidFill>
                <a:latin typeface="Nunito Sans"/>
                <a:ea typeface="Nunito Sans"/>
                <a:cs typeface="Nunito Sans"/>
                <a:sym typeface="Nunito Sans"/>
              </a:endParaRPr>
            </a:p>
          </p:txBody>
        </p:sp>
        <p:sp>
          <p:nvSpPr>
            <p:cNvPr id="831" name="Google Shape;831;p130"/>
            <p:cNvSpPr txBox="1"/>
            <p:nvPr/>
          </p:nvSpPr>
          <p:spPr>
            <a:xfrm>
              <a:off x="2424992" y="3774467"/>
              <a:ext cx="3725700" cy="602400"/>
            </a:xfrm>
            <a:prstGeom prst="rect">
              <a:avLst/>
            </a:prstGeom>
            <a:noFill/>
            <a:ln>
              <a:noFill/>
            </a:ln>
          </p:spPr>
          <p:txBody>
            <a:bodyPr anchorCtr="0" anchor="t" bIns="40775" lIns="81550" spcFirstLastPara="1" rIns="81550" wrap="square" tIns="40775">
              <a:spAutoFit/>
            </a:bodyPr>
            <a:lstStyle/>
            <a:p>
              <a:pPr indent="0" lvl="0" marL="0" rtl="0" algn="l">
                <a:spcBef>
                  <a:spcPts val="0"/>
                </a:spcBef>
                <a:spcAft>
                  <a:spcPts val="0"/>
                </a:spcAft>
                <a:buClr>
                  <a:schemeClr val="dk1"/>
                </a:buClr>
                <a:buFont typeface="Arial"/>
                <a:buNone/>
              </a:pPr>
              <a:r>
                <a:rPr lang="en" sz="800">
                  <a:solidFill>
                    <a:schemeClr val="dk1"/>
                  </a:solidFill>
                  <a:latin typeface="Nunito Sans"/>
                  <a:ea typeface="Nunito Sans"/>
                  <a:cs typeface="Nunito Sans"/>
                  <a:sym typeface="Nunito Sans"/>
                </a:rPr>
                <a:t>The </a:t>
              </a:r>
              <a:r>
                <a:rPr lang="en" sz="800">
                  <a:solidFill>
                    <a:schemeClr val="dk1"/>
                  </a:solidFill>
                  <a:latin typeface="Nunito Sans"/>
                  <a:ea typeface="Nunito Sans"/>
                  <a:cs typeface="Nunito Sans"/>
                  <a:sym typeface="Nunito Sans"/>
                </a:rPr>
                <a:t>competitive</a:t>
              </a:r>
              <a:r>
                <a:rPr lang="en" sz="800">
                  <a:solidFill>
                    <a:schemeClr val="dk1"/>
                  </a:solidFill>
                  <a:latin typeface="Nunito Sans"/>
                  <a:ea typeface="Nunito Sans"/>
                  <a:cs typeface="Nunito Sans"/>
                  <a:sym typeface="Nunito Sans"/>
                </a:rPr>
                <a:t> AI landscape is changing constantly and Shift4 is pushing the </a:t>
              </a:r>
              <a:r>
                <a:rPr lang="en" sz="800">
                  <a:solidFill>
                    <a:schemeClr val="dk1"/>
                  </a:solidFill>
                  <a:latin typeface="Nunito Sans"/>
                  <a:ea typeface="Nunito Sans"/>
                  <a:cs typeface="Nunito Sans"/>
                  <a:sym typeface="Nunito Sans"/>
                </a:rPr>
                <a:t>envelope</a:t>
              </a:r>
              <a:r>
                <a:rPr lang="en" sz="800">
                  <a:solidFill>
                    <a:schemeClr val="dk1"/>
                  </a:solidFill>
                  <a:latin typeface="Nunito Sans"/>
                  <a:ea typeface="Nunito Sans"/>
                  <a:cs typeface="Nunito Sans"/>
                  <a:sym typeface="Nunito Sans"/>
                </a:rPr>
                <a:t> on </a:t>
              </a:r>
              <a:r>
                <a:rPr lang="en" sz="800">
                  <a:solidFill>
                    <a:schemeClr val="dk1"/>
                  </a:solidFill>
                  <a:latin typeface="Nunito Sans"/>
                  <a:ea typeface="Nunito Sans"/>
                  <a:cs typeface="Nunito Sans"/>
                  <a:sym typeface="Nunito Sans"/>
                </a:rPr>
                <a:t>what's</a:t>
              </a:r>
              <a:r>
                <a:rPr lang="en" sz="800">
                  <a:solidFill>
                    <a:schemeClr val="dk1"/>
                  </a:solidFill>
                  <a:latin typeface="Nunito Sans"/>
                  <a:ea typeface="Nunito Sans"/>
                  <a:cs typeface="Nunito Sans"/>
                  <a:sym typeface="Nunito Sans"/>
                </a:rPr>
                <a:t> possible</a:t>
              </a:r>
              <a:endParaRPr b="1" sz="1100">
                <a:solidFill>
                  <a:schemeClr val="dk1"/>
                </a:solidFill>
                <a:latin typeface="Nunito Sans"/>
                <a:ea typeface="Nunito Sans"/>
                <a:cs typeface="Nunito Sans"/>
                <a:sym typeface="Nunito Sans"/>
              </a:endParaRPr>
            </a:p>
            <a:p>
              <a:pPr indent="0" lvl="0" marL="0" marR="0" rtl="0" algn="l">
                <a:lnSpc>
                  <a:spcPct val="100000"/>
                </a:lnSpc>
                <a:spcBef>
                  <a:spcPts val="0"/>
                </a:spcBef>
                <a:spcAft>
                  <a:spcPts val="0"/>
                </a:spcAft>
                <a:buNone/>
              </a:pPr>
              <a:r>
                <a:t/>
              </a:r>
              <a:endParaRPr sz="800">
                <a:latin typeface="Nunito Sans"/>
                <a:ea typeface="Nunito Sans"/>
                <a:cs typeface="Nunito Sans"/>
                <a:sym typeface="Nunito Sans"/>
              </a:endParaRPr>
            </a:p>
          </p:txBody>
        </p:sp>
        <p:sp>
          <p:nvSpPr>
            <p:cNvPr id="832" name="Google Shape;832;p130"/>
            <p:cNvSpPr txBox="1"/>
            <p:nvPr/>
          </p:nvSpPr>
          <p:spPr>
            <a:xfrm>
              <a:off x="2435133" y="4250000"/>
              <a:ext cx="3833700" cy="930600"/>
            </a:xfrm>
            <a:prstGeom prst="rect">
              <a:avLst/>
            </a:prstGeom>
            <a:noFill/>
            <a:ln>
              <a:noFill/>
            </a:ln>
          </p:spPr>
          <p:txBody>
            <a:bodyPr anchorCtr="0" anchor="t" bIns="40775" lIns="81550" spcFirstLastPara="1" rIns="81550" wrap="square" tIns="40775">
              <a:spAutoFit/>
            </a:bodyPr>
            <a:lstStyle/>
            <a:p>
              <a:pPr indent="-101600" lvl="0" marL="889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Advance personal literacy</a:t>
              </a:r>
              <a:endParaRPr sz="800">
                <a:solidFill>
                  <a:srgbClr val="136EF6"/>
                </a:solidFill>
                <a:latin typeface="Nunito Sans"/>
                <a:ea typeface="Nunito Sans"/>
                <a:cs typeface="Nunito Sans"/>
                <a:sym typeface="Nunito Sans"/>
              </a:endParaRPr>
            </a:p>
            <a:p>
              <a:pPr indent="-101600" lvl="0" marL="889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Advance team literacy</a:t>
              </a:r>
              <a:endParaRPr sz="800">
                <a:solidFill>
                  <a:srgbClr val="136EF6"/>
                </a:solidFill>
                <a:latin typeface="Nunito Sans"/>
                <a:ea typeface="Nunito Sans"/>
                <a:cs typeface="Nunito Sans"/>
                <a:sym typeface="Nunito Sans"/>
              </a:endParaRPr>
            </a:p>
            <a:p>
              <a:pPr indent="-101600" lvl="0" marL="889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Use AI to advance our ability to execute</a:t>
              </a:r>
              <a:endParaRPr sz="800">
                <a:solidFill>
                  <a:srgbClr val="136EF6"/>
                </a:solidFill>
                <a:latin typeface="Nunito Sans"/>
                <a:ea typeface="Nunito Sans"/>
                <a:cs typeface="Nunito Sans"/>
                <a:sym typeface="Nunito Sans"/>
              </a:endParaRPr>
            </a:p>
            <a:p>
              <a:pPr indent="-101600" lvl="0" marL="88900" marR="0" rtl="0" algn="l">
                <a:lnSpc>
                  <a:spcPct val="100000"/>
                </a:lnSpc>
                <a:spcBef>
                  <a:spcPts val="0"/>
                </a:spcBef>
                <a:spcAft>
                  <a:spcPts val="0"/>
                </a:spcAft>
                <a:buClr>
                  <a:srgbClr val="136EF6"/>
                </a:buClr>
                <a:buSzPts val="800"/>
                <a:buFont typeface="Nunito Sans"/>
                <a:buChar char="•"/>
              </a:pPr>
              <a:r>
                <a:rPr lang="en" sz="800">
                  <a:solidFill>
                    <a:srgbClr val="136EF6"/>
                  </a:solidFill>
                  <a:latin typeface="Nunito Sans"/>
                  <a:ea typeface="Nunito Sans"/>
                  <a:cs typeface="Nunito Sans"/>
                  <a:sym typeface="Nunito Sans"/>
                </a:rPr>
                <a:t>Deliver innovative products that exceed customer expectation</a:t>
              </a:r>
              <a:endParaRPr sz="800">
                <a:solidFill>
                  <a:srgbClr val="136EF6"/>
                </a:solidFill>
                <a:latin typeface="Nunito Sans"/>
                <a:ea typeface="Nunito Sans"/>
                <a:cs typeface="Nunito Sans"/>
                <a:sym typeface="Nunito Sans"/>
              </a:endParaRPr>
            </a:p>
          </p:txBody>
        </p:sp>
        <p:sp>
          <p:nvSpPr>
            <p:cNvPr id="833" name="Google Shape;833;p130"/>
            <p:cNvSpPr/>
            <p:nvPr/>
          </p:nvSpPr>
          <p:spPr>
            <a:xfrm>
              <a:off x="1491320" y="3525469"/>
              <a:ext cx="854700" cy="854700"/>
            </a:xfrm>
            <a:prstGeom prst="ellipse">
              <a:avLst/>
            </a:prstGeom>
            <a:solidFill>
              <a:srgbClr val="136EF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rgbClr val="FFFFFF"/>
                </a:solidFill>
                <a:latin typeface="Arial"/>
                <a:ea typeface="Arial"/>
                <a:cs typeface="Arial"/>
                <a:sym typeface="Arial"/>
              </a:endParaRPr>
            </a:p>
          </p:txBody>
        </p:sp>
        <p:pic>
          <p:nvPicPr>
            <p:cNvPr id="834" name="Google Shape;834;p130"/>
            <p:cNvPicPr preferRelativeResize="0"/>
            <p:nvPr/>
          </p:nvPicPr>
          <p:blipFill rotWithShape="1">
            <a:blip r:embed="rId3">
              <a:alphaModFix/>
            </a:blip>
            <a:srcRect b="0" l="0" r="0" t="0"/>
            <a:stretch/>
          </p:blipFill>
          <p:spPr>
            <a:xfrm>
              <a:off x="1661398" y="3690403"/>
              <a:ext cx="514540" cy="524829"/>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1000"/>
                                        <p:tgtEl>
                                          <p:spTgt spid="819"/>
                                        </p:tgtEl>
                                      </p:cBhvr>
                                    </p:animEffect>
                                  </p:childTnLst>
                                </p:cTn>
                              </p:par>
                              <p:par>
                                <p:cTn fill="hold" nodeType="with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7"/>
                                        </p:tgtEl>
                                        <p:attrNameLst>
                                          <p:attrName>style.visibility</p:attrName>
                                        </p:attrNameLst>
                                      </p:cBhvr>
                                      <p:to>
                                        <p:strVal val="visible"/>
                                      </p:to>
                                    </p:set>
                                    <p:animEffect filter="fade" transition="in">
                                      <p:cBhvr>
                                        <p:cTn dur="1000"/>
                                        <p:tgtEl>
                                          <p:spTgt spid="8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gtEl>
                                        <p:attrNameLst>
                                          <p:attrName>style.visibility</p:attrName>
                                        </p:attrNameLst>
                                      </p:cBhvr>
                                      <p:to>
                                        <p:strVal val="visible"/>
                                      </p:to>
                                    </p:set>
                                    <p:animEffect filter="fade" transition="in">
                                      <p:cBhvr>
                                        <p:cTn dur="1000"/>
                                        <p:tgtEl>
                                          <p:spTgt spid="813"/>
                                        </p:tgtEl>
                                      </p:cBhvr>
                                    </p:animEffect>
                                  </p:childTnLst>
                                </p:cTn>
                              </p:par>
                              <p:par>
                                <p:cTn fill="hold" nodeType="with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31"/>
          <p:cNvSpPr txBox="1"/>
          <p:nvPr>
            <p:ph type="title"/>
          </p:nvPr>
        </p:nvSpPr>
        <p:spPr>
          <a:xfrm>
            <a:off x="2359431" y="4155429"/>
            <a:ext cx="4425000" cy="276900"/>
          </a:xfrm>
          <a:prstGeom prst="rect">
            <a:avLst/>
          </a:prstGeom>
          <a:noFill/>
          <a:ln>
            <a:noFill/>
          </a:ln>
        </p:spPr>
        <p:txBody>
          <a:bodyPr anchorCtr="0" anchor="t" bIns="34275" lIns="68575" spcFirstLastPara="1" rIns="68575" wrap="square" tIns="34275">
            <a:spAutoFit/>
          </a:bodyPr>
          <a:lstStyle/>
          <a:p>
            <a:pPr indent="0" lvl="0" marL="0" rtl="0" algn="ctr">
              <a:lnSpc>
                <a:spcPct val="90000"/>
              </a:lnSpc>
              <a:spcBef>
                <a:spcPts val="0"/>
              </a:spcBef>
              <a:spcAft>
                <a:spcPts val="0"/>
              </a:spcAft>
              <a:buNone/>
            </a:pPr>
            <a:r>
              <a:rPr lang="en" sz="1500">
                <a:solidFill>
                  <a:srgbClr val="006BEC"/>
                </a:solidFill>
              </a:rPr>
              <a:t>Demystifying AI and the Hype Train</a:t>
            </a:r>
            <a:endParaRPr/>
          </a:p>
        </p:txBody>
      </p:sp>
      <p:sp>
        <p:nvSpPr>
          <p:cNvPr id="841" name="Google Shape;841;p131"/>
          <p:cNvSpPr txBox="1"/>
          <p:nvPr>
            <p:ph idx="1" type="body"/>
          </p:nvPr>
        </p:nvSpPr>
        <p:spPr>
          <a:xfrm>
            <a:off x="3181165" y="873199"/>
            <a:ext cx="2574300" cy="2601300"/>
          </a:xfrm>
          <a:prstGeom prst="rect">
            <a:avLst/>
          </a:prstGeom>
          <a:noFill/>
          <a:ln>
            <a:noFill/>
          </a:ln>
        </p:spPr>
        <p:txBody>
          <a:bodyPr anchorCtr="0" anchor="ctr" bIns="0" lIns="0" spcFirstLastPara="1" rIns="0" wrap="square" tIns="0">
            <a:spAutoFit/>
          </a:bodyPr>
          <a:lstStyle/>
          <a:p>
            <a:pPr indent="-165100" lvl="0" marL="342900" rtl="0" algn="ctr">
              <a:lnSpc>
                <a:spcPct val="100000"/>
              </a:lnSpc>
              <a:spcBef>
                <a:spcPts val="0"/>
              </a:spcBef>
              <a:spcAft>
                <a:spcPts val="0"/>
              </a:spcAft>
              <a:buSzPts val="1100"/>
              <a:buNone/>
            </a:pPr>
            <a:r>
              <a:rPr lang="en"/>
              <a:t>1</a:t>
            </a:r>
            <a:endParaRPr/>
          </a:p>
        </p:txBody>
      </p:sp>
      <p:sp>
        <p:nvSpPr>
          <p:cNvPr id="842" name="Google Shape;842;p131"/>
          <p:cNvSpPr txBox="1"/>
          <p:nvPr/>
        </p:nvSpPr>
        <p:spPr>
          <a:xfrm>
            <a:off x="4521495" y="988828"/>
            <a:ext cx="1386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32"/>
          <p:cNvSpPr/>
          <p:nvPr/>
        </p:nvSpPr>
        <p:spPr>
          <a:xfrm>
            <a:off x="-4819" y="0"/>
            <a:ext cx="9178800" cy="5143500"/>
          </a:xfrm>
          <a:prstGeom prst="rect">
            <a:avLst/>
          </a:prstGeom>
          <a:solidFill>
            <a:schemeClr val="accent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48" name="Google Shape;848;p132"/>
          <p:cNvSpPr txBox="1"/>
          <p:nvPr>
            <p:ph type="title"/>
          </p:nvPr>
        </p:nvSpPr>
        <p:spPr>
          <a:xfrm>
            <a:off x="207541" y="1390419"/>
            <a:ext cx="3852600" cy="9339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1000"/>
              </a:spcBef>
              <a:spcAft>
                <a:spcPts val="0"/>
              </a:spcAft>
              <a:buClr>
                <a:schemeClr val="dk1"/>
              </a:buClr>
              <a:buSzPts val="1100"/>
              <a:buFont typeface="Arial"/>
              <a:buNone/>
            </a:pPr>
            <a:r>
              <a:rPr b="0" lang="en" sz="2000">
                <a:solidFill>
                  <a:schemeClr val="lt1"/>
                </a:solidFill>
                <a:latin typeface="Arial"/>
                <a:ea typeface="Arial"/>
                <a:cs typeface="Arial"/>
                <a:sym typeface="Arial"/>
              </a:rPr>
              <a:t>AI Skills</a:t>
            </a:r>
            <a:endParaRPr b="0" sz="2300">
              <a:solidFill>
                <a:schemeClr val="lt1"/>
              </a:solidFill>
              <a:latin typeface="Nunito Sans"/>
              <a:ea typeface="Nunito Sans"/>
              <a:cs typeface="Nunito Sans"/>
              <a:sym typeface="Nunito Sans"/>
            </a:endParaRPr>
          </a:p>
          <a:p>
            <a:pPr indent="0" lvl="0" marL="0" rtl="0" algn="ctr">
              <a:lnSpc>
                <a:spcPct val="100000"/>
              </a:lnSpc>
              <a:spcBef>
                <a:spcPts val="1000"/>
              </a:spcBef>
              <a:spcAft>
                <a:spcPts val="0"/>
              </a:spcAft>
              <a:buClr>
                <a:schemeClr val="dk1"/>
              </a:buClr>
              <a:buSzPts val="1100"/>
              <a:buFont typeface="Arial"/>
              <a:buNone/>
            </a:pPr>
            <a:r>
              <a:rPr b="0" lang="en" sz="1300">
                <a:solidFill>
                  <a:schemeClr val="lt1"/>
                </a:solidFill>
                <a:latin typeface="Arial"/>
                <a:ea typeface="Arial"/>
                <a:cs typeface="Arial"/>
                <a:sym typeface="Arial"/>
              </a:rPr>
              <a:t>The Game has Changed</a:t>
            </a:r>
            <a:endParaRPr b="0" sz="600">
              <a:solidFill>
                <a:schemeClr val="lt1"/>
              </a:solidFill>
              <a:latin typeface="Nunito Sans"/>
              <a:ea typeface="Nunito Sans"/>
              <a:cs typeface="Nunito Sans"/>
              <a:sym typeface="Nunito Sans"/>
            </a:endParaRPr>
          </a:p>
          <a:p>
            <a:pPr indent="0" lvl="0" marL="0" rtl="0" algn="ctr">
              <a:lnSpc>
                <a:spcPct val="100000"/>
              </a:lnSpc>
              <a:spcBef>
                <a:spcPts val="1000"/>
              </a:spcBef>
              <a:spcAft>
                <a:spcPts val="1000"/>
              </a:spcAft>
              <a:buClr>
                <a:schemeClr val="dk1"/>
              </a:buClr>
              <a:buSzPts val="2400"/>
              <a:buFont typeface="Arial Black"/>
              <a:buNone/>
            </a:pPr>
            <a:r>
              <a:t/>
            </a:r>
            <a:endParaRPr b="0" sz="1100">
              <a:solidFill>
                <a:schemeClr val="lt1"/>
              </a:solidFill>
              <a:latin typeface="Nunito Sans"/>
              <a:ea typeface="Nunito Sans"/>
              <a:cs typeface="Nunito Sans"/>
              <a:sym typeface="Nunito Sans"/>
            </a:endParaRPr>
          </a:p>
        </p:txBody>
      </p:sp>
      <p:cxnSp>
        <p:nvCxnSpPr>
          <p:cNvPr id="849" name="Google Shape;849;p132"/>
          <p:cNvCxnSpPr/>
          <p:nvPr/>
        </p:nvCxnSpPr>
        <p:spPr>
          <a:xfrm flipH="1" rot="10800000">
            <a:off x="4311319" y="891825"/>
            <a:ext cx="4200" cy="3360000"/>
          </a:xfrm>
          <a:prstGeom prst="straightConnector1">
            <a:avLst/>
          </a:prstGeom>
          <a:noFill/>
          <a:ln cap="flat" cmpd="sng" w="19050">
            <a:solidFill>
              <a:srgbClr val="D8D8D8"/>
            </a:solidFill>
            <a:prstDash val="dot"/>
            <a:round/>
            <a:headEnd len="sm" w="sm" type="none"/>
            <a:tailEnd len="sm" w="sm" type="none"/>
          </a:ln>
        </p:spPr>
      </p:cxnSp>
      <p:pic>
        <p:nvPicPr>
          <p:cNvPr id="850" name="Google Shape;850;p132"/>
          <p:cNvPicPr preferRelativeResize="0"/>
          <p:nvPr/>
        </p:nvPicPr>
        <p:blipFill rotWithShape="1">
          <a:blip r:embed="rId3">
            <a:alphaModFix/>
          </a:blip>
          <a:srcRect b="0" l="0" r="0" t="0"/>
          <a:stretch/>
        </p:blipFill>
        <p:spPr>
          <a:xfrm>
            <a:off x="271463" y="4697737"/>
            <a:ext cx="681073" cy="139331"/>
          </a:xfrm>
          <a:prstGeom prst="rect">
            <a:avLst/>
          </a:prstGeom>
          <a:noFill/>
          <a:ln>
            <a:noFill/>
          </a:ln>
        </p:spPr>
      </p:pic>
      <p:sp>
        <p:nvSpPr>
          <p:cNvPr id="851" name="Google Shape;851;p132"/>
          <p:cNvSpPr txBox="1"/>
          <p:nvPr/>
        </p:nvSpPr>
        <p:spPr>
          <a:xfrm>
            <a:off x="298300" y="2266881"/>
            <a:ext cx="3671100" cy="697200"/>
          </a:xfrm>
          <a:prstGeom prst="rect">
            <a:avLst/>
          </a:prstGeom>
          <a:noFill/>
          <a:ln>
            <a:noFill/>
          </a:ln>
        </p:spPr>
        <p:txBody>
          <a:bodyPr anchorCtr="0" anchor="t" bIns="68575" lIns="68575" spcFirstLastPara="1" rIns="68575" wrap="square" tIns="68575">
            <a:spAutoFit/>
          </a:bodyPr>
          <a:lstStyle/>
          <a:p>
            <a:pPr indent="0" lvl="0" marL="0" rtl="0" algn="ctr">
              <a:lnSpc>
                <a:spcPct val="115000"/>
              </a:lnSpc>
              <a:spcBef>
                <a:spcPts val="1200"/>
              </a:spcBef>
              <a:spcAft>
                <a:spcPts val="1200"/>
              </a:spcAft>
              <a:buClr>
                <a:schemeClr val="dk1"/>
              </a:buClr>
              <a:buSzPts val="1100"/>
              <a:buFont typeface="Arial"/>
              <a:buNone/>
            </a:pPr>
            <a:r>
              <a:rPr i="1" lang="en" sz="1100">
                <a:solidFill>
                  <a:schemeClr val="lt1"/>
                </a:solidFill>
              </a:rPr>
              <a:t>The recommended approach is to learn AI at a fundamental level first and tool features/preferences become a secondary factor.  </a:t>
            </a:r>
            <a:endParaRPr i="1" sz="1100">
              <a:solidFill>
                <a:schemeClr val="lt1"/>
              </a:solidFill>
              <a:latin typeface="Calibri"/>
              <a:ea typeface="Calibri"/>
              <a:cs typeface="Calibri"/>
              <a:sym typeface="Calibri"/>
            </a:endParaRPr>
          </a:p>
        </p:txBody>
      </p:sp>
      <p:sp>
        <p:nvSpPr>
          <p:cNvPr id="852" name="Google Shape;852;p132"/>
          <p:cNvSpPr txBox="1"/>
          <p:nvPr/>
        </p:nvSpPr>
        <p:spPr>
          <a:xfrm>
            <a:off x="4746200" y="642300"/>
            <a:ext cx="3947400" cy="38589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lt1"/>
              </a:buClr>
              <a:buSzPts val="1100"/>
              <a:buChar char="●"/>
            </a:pPr>
            <a:r>
              <a:rPr b="1" lang="en" sz="1100">
                <a:solidFill>
                  <a:schemeClr val="lt1"/>
                </a:solidFill>
              </a:rPr>
              <a:t>AI is not a tool — it’s a skillset.</a:t>
            </a:r>
            <a:r>
              <a:rPr lang="en" sz="1100">
                <a:solidFill>
                  <a:schemeClr val="lt1"/>
                </a:solidFill>
              </a:rPr>
              <a:t> Tools are interchangeable; literacy is what lasts.</a:t>
            </a:r>
            <a:br>
              <a:rPr lang="en"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 sz="1100">
                <a:solidFill>
                  <a:schemeClr val="lt1"/>
                </a:solidFill>
              </a:rPr>
              <a:t>Prompt + context engineering are essential.</a:t>
            </a:r>
            <a:r>
              <a:rPr lang="en" sz="1100">
                <a:solidFill>
                  <a:schemeClr val="lt1"/>
                </a:solidFill>
              </a:rPr>
              <a:t> Clear prompts plus the right data produce reliable, repeatable results. This is all AI is.</a:t>
            </a:r>
            <a:br>
              <a:rPr lang="en"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 sz="1100">
                <a:solidFill>
                  <a:schemeClr val="lt1"/>
                </a:solidFill>
              </a:rPr>
              <a:t>Agent management is the new engineering.</a:t>
            </a:r>
            <a:r>
              <a:rPr lang="en" sz="1100">
                <a:solidFill>
                  <a:schemeClr val="lt1"/>
                </a:solidFill>
              </a:rPr>
              <a:t> Teams must learn to build AI agent teams that act, query data, and manage tasks.</a:t>
            </a:r>
            <a:br>
              <a:rPr lang="en"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 sz="1100">
                <a:solidFill>
                  <a:schemeClr val="lt1"/>
                </a:solidFill>
              </a:rPr>
              <a:t>AI literacy prevents misuse.</a:t>
            </a:r>
            <a:r>
              <a:rPr lang="en" sz="1100">
                <a:solidFill>
                  <a:schemeClr val="lt1"/>
                </a:solidFill>
              </a:rPr>
              <a:t> Without it, teams will either overtrust black-box outputs or underuse AI entirely.</a:t>
            </a:r>
            <a:br>
              <a:rPr lang="en" sz="1100">
                <a:solidFill>
                  <a:schemeClr val="lt1"/>
                </a:solidFill>
              </a:rPr>
            </a:b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b="1" lang="en" sz="1100">
                <a:solidFill>
                  <a:schemeClr val="lt1"/>
                </a:solidFill>
              </a:rPr>
              <a:t>Leaders must enable experimentation.</a:t>
            </a:r>
            <a:r>
              <a:rPr lang="en" sz="1100">
                <a:solidFill>
                  <a:schemeClr val="lt1"/>
                </a:solidFill>
              </a:rPr>
              <a:t> Sharing prompt recipes, agent patterns, and lessons learned builds organizational capability.</a:t>
            </a:r>
            <a:br>
              <a:rPr lang="en" sz="1100">
                <a:solidFill>
                  <a:schemeClr val="lt1"/>
                </a:solidFill>
              </a:rPr>
            </a:br>
            <a:endParaRPr sz="11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33"/>
          <p:cNvSpPr txBox="1"/>
          <p:nvPr>
            <p:ph type="title"/>
          </p:nvPr>
        </p:nvSpPr>
        <p:spPr>
          <a:xfrm>
            <a:off x="807439" y="369931"/>
            <a:ext cx="59241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 AI as a Skill, Not a Feature, Not a Tool</a:t>
            </a:r>
            <a:endParaRPr b="0" sz="1400"/>
          </a:p>
        </p:txBody>
      </p:sp>
      <p:sp>
        <p:nvSpPr>
          <p:cNvPr id="858" name="Google Shape;858;p133"/>
          <p:cNvSpPr txBox="1"/>
          <p:nvPr/>
        </p:nvSpPr>
        <p:spPr>
          <a:xfrm>
            <a:off x="736500" y="828675"/>
            <a:ext cx="8238600" cy="410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AI isn’t a one-click solution – it’s a </a:t>
            </a:r>
            <a:r>
              <a:rPr b="1" lang="en" sz="1100">
                <a:solidFill>
                  <a:schemeClr val="dk1"/>
                </a:solidFill>
              </a:rPr>
              <a:t>toolbox</a:t>
            </a:r>
            <a:r>
              <a:rPr lang="en" sz="1100">
                <a:solidFill>
                  <a:schemeClr val="dk1"/>
                </a:solidFill>
              </a:rPr>
              <a:t> of capabilities that engineers must learn to wield. Just as cloud or security skills became essential, </a:t>
            </a:r>
            <a:r>
              <a:rPr b="1" lang="en" sz="1100">
                <a:solidFill>
                  <a:schemeClr val="dk1"/>
                </a:solidFill>
              </a:rPr>
              <a:t>AI literacy</a:t>
            </a:r>
            <a:r>
              <a:rPr lang="en" sz="1100">
                <a:solidFill>
                  <a:schemeClr val="dk1"/>
                </a:solidFill>
              </a:rPr>
              <a:t> is now foundational for modern engineers. This means understanding </a:t>
            </a:r>
            <a:r>
              <a:rPr i="1" lang="en" sz="1100">
                <a:solidFill>
                  <a:schemeClr val="dk1"/>
                </a:solidFill>
              </a:rPr>
              <a:t>how</a:t>
            </a:r>
            <a:r>
              <a:rPr lang="en" sz="1100">
                <a:solidFill>
                  <a:schemeClr val="dk1"/>
                </a:solidFill>
              </a:rPr>
              <a:t> AI systems work and how to work </a:t>
            </a:r>
            <a:r>
              <a:rPr i="1" lang="en" sz="1100">
                <a:solidFill>
                  <a:schemeClr val="dk1"/>
                </a:solidFill>
              </a:rPr>
              <a:t>with</a:t>
            </a:r>
            <a:r>
              <a:rPr lang="en" sz="1100">
                <a:solidFill>
                  <a:schemeClr val="dk1"/>
                </a:solidFill>
              </a:rPr>
              <a:t> them:</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Prompt &amp; Context Engineering:</a:t>
            </a:r>
            <a:r>
              <a:rPr lang="en" sz="1100">
                <a:solidFill>
                  <a:schemeClr val="dk1"/>
                </a:solidFill>
              </a:rPr>
              <a:t> Communicating with AI is like writing clean code—it requires clarity, context, and iteration. Most enterprise use cases demand both prompt and context engineering together. A strong prompt plus the right context (data, background, rules) produces reliable results instead of one-off outputs. </a:t>
            </a:r>
            <a:r>
              <a:rPr i="1" lang="en" sz="1100">
                <a:solidFill>
                  <a:schemeClr val="dk1"/>
                </a:solidFill>
              </a:rPr>
              <a:t>Example:</a:t>
            </a:r>
            <a:r>
              <a:rPr lang="en" sz="1100">
                <a:solidFill>
                  <a:schemeClr val="dk1"/>
                </a:solidFill>
              </a:rPr>
              <a:t> Iterating on a code-generation prompt with function signatures and style guides until the model produces consistent, correct code.</a:t>
            </a:r>
            <a:endParaRPr sz="1100">
              <a:solidFill>
                <a:schemeClr val="dk1"/>
              </a:solidFill>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rPr>
              <a:t>Designing AI Agents &amp; Workflows:</a:t>
            </a:r>
            <a:r>
              <a:rPr lang="en" sz="1100">
                <a:solidFill>
                  <a:schemeClr val="dk1"/>
                </a:solidFill>
              </a:rPr>
              <a:t> Beyond one-off prompts, engineers must build </a:t>
            </a:r>
            <a:r>
              <a:rPr b="1" lang="en" sz="1100">
                <a:solidFill>
                  <a:schemeClr val="dk1"/>
                </a:solidFill>
              </a:rPr>
              <a:t>agents</a:t>
            </a:r>
            <a:r>
              <a:rPr lang="en" sz="1100">
                <a:solidFill>
                  <a:schemeClr val="dk1"/>
                </a:solidFill>
              </a:rPr>
              <a:t> that act, query APIs, and manage multi-step tasks. This requires defining context, tools, and rules of operation. As Andrej Karpathy notes, </a:t>
            </a:r>
            <a:r>
              <a:rPr i="1" lang="en" sz="1100">
                <a:solidFill>
                  <a:schemeClr val="dk1"/>
                </a:solidFill>
              </a:rPr>
              <a:t>“context engineering is the art of filling the context window with just the right information for the next step.”</a:t>
            </a:r>
            <a:r>
              <a:rPr lang="en" sz="1100">
                <a:solidFill>
                  <a:schemeClr val="dk1"/>
                </a:solidFill>
              </a:rPr>
              <a:t> Engineers should design agents that remember interactions, manage tasks, and collaborate seamlessly within apps.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AI in the Toolbox, Not on a Pedestal:</a:t>
            </a:r>
            <a:r>
              <a:rPr lang="en" sz="1100">
                <a:solidFill>
                  <a:schemeClr val="dk1"/>
                </a:solidFill>
              </a:rPr>
              <a:t> AI is a skill to practice, not a plug-in to worship. Without literacy, teams either overtrust or underuse it. Treated as a fast-evolving toolkit, AI lets practitioners automate grunt work and boost productivity. Leaders should foster a culture of experimentation—sharing prompt recipes, agent patterns, and lessons learned just as we do with code.</a:t>
            </a:r>
            <a:br>
              <a:rPr lang="en" sz="1100">
                <a:solidFill>
                  <a:schemeClr val="dk1"/>
                </a:solidFill>
              </a:rPr>
            </a:br>
            <a:endParaRPr sz="1100">
              <a:solidFill>
                <a:schemeClr val="dk1"/>
              </a:solidFill>
            </a:endParaRPr>
          </a:p>
          <a:p>
            <a:pPr indent="0" lvl="0" marL="0" rtl="0" algn="l">
              <a:lnSpc>
                <a:spcPct val="115000"/>
              </a:lnSpc>
              <a:spcBef>
                <a:spcPts val="1200"/>
              </a:spcBef>
              <a:spcAft>
                <a:spcPts val="1200"/>
              </a:spcAft>
              <a:buNone/>
            </a:pPr>
            <a:r>
              <a:t/>
            </a:r>
            <a:endParaRPr b="1"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34"/>
          <p:cNvSpPr txBox="1"/>
          <p:nvPr>
            <p:ph type="title"/>
          </p:nvPr>
        </p:nvSpPr>
        <p:spPr>
          <a:xfrm>
            <a:off x="807439" y="369931"/>
            <a:ext cx="59241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Insight</a:t>
            </a:r>
            <a:endParaRPr b="0" sz="1400"/>
          </a:p>
        </p:txBody>
      </p:sp>
      <p:sp>
        <p:nvSpPr>
          <p:cNvPr id="864" name="Google Shape;864;p134"/>
          <p:cNvSpPr txBox="1"/>
          <p:nvPr/>
        </p:nvSpPr>
        <p:spPr>
          <a:xfrm>
            <a:off x="452700" y="1496400"/>
            <a:ext cx="8238600" cy="17991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rPr b="1" lang="en" sz="1250">
                <a:solidFill>
                  <a:srgbClr val="0E0E0E"/>
                </a:solidFill>
              </a:rPr>
              <a:t>Insight:</a:t>
            </a:r>
            <a:r>
              <a:rPr lang="en" sz="1250">
                <a:solidFill>
                  <a:srgbClr val="0E0E0E"/>
                </a:solidFill>
              </a:rPr>
              <a:t> AI guru Andrew Ng humorously observed, </a:t>
            </a:r>
            <a:r>
              <a:rPr i="1" lang="en" sz="1250">
                <a:solidFill>
                  <a:srgbClr val="0E0E0E"/>
                </a:solidFill>
              </a:rPr>
              <a:t>“AI is like teenage romance—everyone talks about it, nobody really knows how to do it.”</a:t>
            </a:r>
            <a:r>
              <a:rPr lang="en" sz="1250">
                <a:solidFill>
                  <a:srgbClr val="0E0E0E"/>
                </a:solidFill>
              </a:rPr>
              <a:t>  This punchline underscores the hype vs. skill gap. By building genuine understanding through hands-on practice, we turn vague excitement into concrete know-how. </a:t>
            </a:r>
            <a:r>
              <a:rPr b="1" lang="en" sz="1250">
                <a:solidFill>
                  <a:srgbClr val="0E0E0E"/>
                </a:solidFill>
              </a:rPr>
              <a:t>Demystifying AI</a:t>
            </a:r>
            <a:r>
              <a:rPr lang="en" sz="1250">
                <a:solidFill>
                  <a:srgbClr val="0E0E0E"/>
                </a:solidFill>
              </a:rPr>
              <a:t> is step one toward making it an everyday tool in our workflows.</a:t>
            </a:r>
            <a:endParaRPr sz="1250">
              <a:solidFill>
                <a:srgbClr val="0E0E0E"/>
              </a:solidFill>
            </a:endParaRPr>
          </a:p>
          <a:p>
            <a:pPr indent="0" lvl="0" marL="0" rtl="0" algn="l">
              <a:lnSpc>
                <a:spcPct val="115000"/>
              </a:lnSpc>
              <a:spcBef>
                <a:spcPts val="1200"/>
              </a:spcBef>
              <a:spcAft>
                <a:spcPts val="0"/>
              </a:spcAft>
              <a:buNone/>
            </a:pPr>
            <a:r>
              <a:t/>
            </a:r>
            <a:endParaRPr b="1" sz="1250">
              <a:solidFill>
                <a:srgbClr val="0E0E0E"/>
              </a:solidFill>
            </a:endParaRPr>
          </a:p>
          <a:p>
            <a:pPr indent="0" lvl="0" marL="0" rtl="0" algn="l">
              <a:lnSpc>
                <a:spcPct val="115000"/>
              </a:lnSpc>
              <a:spcBef>
                <a:spcPts val="1200"/>
              </a:spcBef>
              <a:spcAft>
                <a:spcPts val="1200"/>
              </a:spcAft>
              <a:buNone/>
            </a:pPr>
            <a:r>
              <a:t/>
            </a:r>
            <a:endParaRPr sz="13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35"/>
          <p:cNvSpPr txBox="1"/>
          <p:nvPr>
            <p:ph type="title"/>
          </p:nvPr>
        </p:nvSpPr>
        <p:spPr>
          <a:xfrm>
            <a:off x="807454" y="369925"/>
            <a:ext cx="78366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Most Knowledge is Now Commoditized </a:t>
            </a:r>
            <a:endParaRPr b="0" sz="1400"/>
          </a:p>
        </p:txBody>
      </p:sp>
      <p:sp>
        <p:nvSpPr>
          <p:cNvPr id="870" name="Google Shape;870;p135"/>
          <p:cNvSpPr txBox="1"/>
          <p:nvPr/>
        </p:nvSpPr>
        <p:spPr>
          <a:xfrm>
            <a:off x="452700" y="935625"/>
            <a:ext cx="8238600" cy="376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solidFill>
                  <a:schemeClr val="dk1"/>
                </a:solidFill>
              </a:rPr>
              <a:t>Roles, Departments, and Gatekeepers Matter Less</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sz="1300">
                <a:solidFill>
                  <a:schemeClr val="dk1"/>
                </a:solidFill>
              </a:rPr>
              <a:t>AI outperforms humans in many domains</a:t>
            </a:r>
            <a:r>
              <a:rPr lang="en" sz="1300">
                <a:solidFill>
                  <a:schemeClr val="dk1"/>
                </a:solidFill>
              </a:rPr>
              <a:t> – from audits to documentation, it can deliver faster and more reliably.</a:t>
            </a:r>
            <a:br>
              <a:rPr lang="en"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Expertise is democratized</a:t>
            </a:r>
            <a:r>
              <a:rPr lang="en" sz="1300">
                <a:solidFill>
                  <a:schemeClr val="dk1"/>
                </a:solidFill>
              </a:rPr>
              <a:t> – information once locked in roles or departments is now instantly accessible.</a:t>
            </a:r>
            <a:br>
              <a:rPr lang="en"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Traditional roles blur</a:t>
            </a:r>
            <a:r>
              <a:rPr lang="en" sz="1300">
                <a:solidFill>
                  <a:schemeClr val="dk1"/>
                </a:solidFill>
              </a:rPr>
              <a:t> – HR can deploy software, PMs can design solutions, BAs can architect systems with AI assistance.</a:t>
            </a:r>
            <a:br>
              <a:rPr lang="en"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Gatekeepers are gone</a:t>
            </a:r>
            <a:r>
              <a:rPr lang="en" sz="1300">
                <a:solidFill>
                  <a:schemeClr val="dk1"/>
                </a:solidFill>
              </a:rPr>
              <a:t> – employees no longer need to “go through” specialists for tasks; AI enables direct execution.</a:t>
            </a:r>
            <a:br>
              <a:rPr lang="en"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The shift is unsettling</a:t>
            </a:r>
            <a:r>
              <a:rPr lang="en" sz="1300">
                <a:solidFill>
                  <a:schemeClr val="dk1"/>
                </a:solidFill>
              </a:rPr>
              <a:t> – individuals must redefine how they contribute beyond traditional job scope.</a:t>
            </a:r>
            <a:br>
              <a:rPr lang="en" sz="1300">
                <a:solidFill>
                  <a:schemeClr val="dk1"/>
                </a:solidFill>
              </a:rPr>
            </a:br>
            <a:endParaRPr sz="1300">
              <a:solidFill>
                <a:srgbClr val="0E0E0E"/>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36"/>
          <p:cNvSpPr txBox="1"/>
          <p:nvPr>
            <p:ph type="title"/>
          </p:nvPr>
        </p:nvSpPr>
        <p:spPr>
          <a:xfrm>
            <a:off x="757800" y="574775"/>
            <a:ext cx="75747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Old</a:t>
            </a:r>
            <a:r>
              <a:rPr lang="en" sz="1700">
                <a:latin typeface="Arial"/>
                <a:ea typeface="Arial"/>
                <a:cs typeface="Arial"/>
                <a:sym typeface="Arial"/>
              </a:rPr>
              <a:t> Paradigm: AI Enabled SDLC </a:t>
            </a:r>
            <a:endParaRPr b="0" sz="1400"/>
          </a:p>
        </p:txBody>
      </p:sp>
      <p:sp>
        <p:nvSpPr>
          <p:cNvPr id="876" name="Google Shape;876;p136"/>
          <p:cNvSpPr/>
          <p:nvPr/>
        </p:nvSpPr>
        <p:spPr>
          <a:xfrm>
            <a:off x="1572200" y="1581775"/>
            <a:ext cx="4401600" cy="54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Prototype / Design - Replit Copilot (Prototypes, Artifacts)</a:t>
            </a:r>
            <a:endParaRPr>
              <a:latin typeface="Calibri"/>
              <a:ea typeface="Calibri"/>
              <a:cs typeface="Calibri"/>
              <a:sym typeface="Calibri"/>
            </a:endParaRPr>
          </a:p>
        </p:txBody>
      </p:sp>
      <p:sp>
        <p:nvSpPr>
          <p:cNvPr id="877" name="Google Shape;877;p136"/>
          <p:cNvSpPr/>
          <p:nvPr/>
        </p:nvSpPr>
        <p:spPr>
          <a:xfrm>
            <a:off x="3536675" y="2873175"/>
            <a:ext cx="5426100" cy="54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Development Claude Code / Copilot (code)</a:t>
            </a:r>
            <a:endParaRPr>
              <a:latin typeface="Calibri"/>
              <a:ea typeface="Calibri"/>
              <a:cs typeface="Calibri"/>
              <a:sym typeface="Calibri"/>
            </a:endParaRPr>
          </a:p>
        </p:txBody>
      </p:sp>
      <p:sp>
        <p:nvSpPr>
          <p:cNvPr id="878" name="Google Shape;878;p136"/>
          <p:cNvSpPr/>
          <p:nvPr/>
        </p:nvSpPr>
        <p:spPr>
          <a:xfrm>
            <a:off x="154500" y="1008763"/>
            <a:ext cx="8835000" cy="54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Product Management - Chat GPT (PRD - Docs - Planning)</a:t>
            </a:r>
            <a:endParaRPr>
              <a:latin typeface="Calibri"/>
              <a:ea typeface="Calibri"/>
              <a:cs typeface="Calibri"/>
              <a:sym typeface="Calibri"/>
            </a:endParaRPr>
          </a:p>
        </p:txBody>
      </p:sp>
      <p:sp>
        <p:nvSpPr>
          <p:cNvPr id="879" name="Google Shape;879;p136"/>
          <p:cNvSpPr/>
          <p:nvPr/>
        </p:nvSpPr>
        <p:spPr>
          <a:xfrm>
            <a:off x="3515675" y="2327163"/>
            <a:ext cx="5426100" cy="54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All in One Coding Platform (doesn’t exist yet) Build Test Deploy</a:t>
            </a:r>
            <a:endParaRPr>
              <a:latin typeface="Calibri"/>
              <a:ea typeface="Calibri"/>
              <a:cs typeface="Calibri"/>
              <a:sym typeface="Calibri"/>
            </a:endParaRPr>
          </a:p>
        </p:txBody>
      </p:sp>
      <p:sp>
        <p:nvSpPr>
          <p:cNvPr id="880" name="Google Shape;880;p136"/>
          <p:cNvSpPr/>
          <p:nvPr/>
        </p:nvSpPr>
        <p:spPr>
          <a:xfrm>
            <a:off x="5508750" y="3475125"/>
            <a:ext cx="3453900" cy="54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Code Rabbit</a:t>
            </a:r>
            <a:endParaRPr>
              <a:latin typeface="Calibri"/>
              <a:ea typeface="Calibri"/>
              <a:cs typeface="Calibri"/>
              <a:sym typeface="Calibri"/>
            </a:endParaRPr>
          </a:p>
        </p:txBody>
      </p:sp>
      <p:sp>
        <p:nvSpPr>
          <p:cNvPr id="881" name="Google Shape;881;p136"/>
          <p:cNvSpPr/>
          <p:nvPr/>
        </p:nvSpPr>
        <p:spPr>
          <a:xfrm>
            <a:off x="3515675" y="4085475"/>
            <a:ext cx="3136200" cy="54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Product Delivery</a:t>
            </a:r>
            <a:endParaRPr>
              <a:latin typeface="Calibri"/>
              <a:ea typeface="Calibri"/>
              <a:cs typeface="Calibri"/>
              <a:sym typeface="Calibri"/>
            </a:endParaRPr>
          </a:p>
        </p:txBody>
      </p:sp>
      <p:sp>
        <p:nvSpPr>
          <p:cNvPr id="882" name="Google Shape;882;p136"/>
          <p:cNvSpPr/>
          <p:nvPr/>
        </p:nvSpPr>
        <p:spPr>
          <a:xfrm>
            <a:off x="6719900" y="4085475"/>
            <a:ext cx="2383500" cy="54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Monitoring</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37"/>
          <p:cNvSpPr txBox="1"/>
          <p:nvPr>
            <p:ph idx="2" type="body"/>
          </p:nvPr>
        </p:nvSpPr>
        <p:spPr>
          <a:xfrm>
            <a:off x="274320" y="342900"/>
            <a:ext cx="363300" cy="3633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t/>
            </a:r>
            <a:endParaRPr/>
          </a:p>
        </p:txBody>
      </p:sp>
      <p:sp>
        <p:nvSpPr>
          <p:cNvPr id="888" name="Google Shape;888;p137"/>
          <p:cNvSpPr txBox="1"/>
          <p:nvPr>
            <p:ph idx="3" type="body"/>
          </p:nvPr>
        </p:nvSpPr>
        <p:spPr>
          <a:xfrm>
            <a:off x="274320" y="822960"/>
            <a:ext cx="16458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889" name="Google Shape;889;p137"/>
          <p:cNvSpPr/>
          <p:nvPr/>
        </p:nvSpPr>
        <p:spPr>
          <a:xfrm>
            <a:off x="7490425" y="342900"/>
            <a:ext cx="1478400" cy="465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Code</a:t>
            </a:r>
            <a:endParaRPr>
              <a:latin typeface="Calibri"/>
              <a:ea typeface="Calibri"/>
              <a:cs typeface="Calibri"/>
              <a:sym typeface="Calibri"/>
            </a:endParaRPr>
          </a:p>
        </p:txBody>
      </p:sp>
      <p:sp>
        <p:nvSpPr>
          <p:cNvPr id="890" name="Google Shape;890;p137"/>
          <p:cNvSpPr/>
          <p:nvPr/>
        </p:nvSpPr>
        <p:spPr>
          <a:xfrm>
            <a:off x="2263088" y="129463"/>
            <a:ext cx="1478400" cy="113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viewer</a:t>
            </a:r>
            <a:endParaRPr>
              <a:latin typeface="Calibri"/>
              <a:ea typeface="Calibri"/>
              <a:cs typeface="Calibri"/>
              <a:sym typeface="Calibri"/>
            </a:endParaRPr>
          </a:p>
        </p:txBody>
      </p:sp>
      <p:cxnSp>
        <p:nvCxnSpPr>
          <p:cNvPr id="891" name="Google Shape;891;p137"/>
          <p:cNvCxnSpPr/>
          <p:nvPr/>
        </p:nvCxnSpPr>
        <p:spPr>
          <a:xfrm flipH="1" rot="10800000">
            <a:off x="4183050" y="2297700"/>
            <a:ext cx="3240000" cy="24600"/>
          </a:xfrm>
          <a:prstGeom prst="straightConnector1">
            <a:avLst/>
          </a:prstGeom>
          <a:noFill/>
          <a:ln cap="flat" cmpd="sng" w="9525">
            <a:solidFill>
              <a:schemeClr val="dk2"/>
            </a:solidFill>
            <a:prstDash val="solid"/>
            <a:round/>
            <a:headEnd len="med" w="med" type="triangle"/>
            <a:tailEnd len="med" w="med" type="triangle"/>
          </a:ln>
        </p:spPr>
      </p:cxnSp>
      <p:sp>
        <p:nvSpPr>
          <p:cNvPr id="892" name="Google Shape;892;p137"/>
          <p:cNvSpPr txBox="1"/>
          <p:nvPr/>
        </p:nvSpPr>
        <p:spPr>
          <a:xfrm>
            <a:off x="5450800" y="1852550"/>
            <a:ext cx="530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Calibri"/>
                <a:ea typeface="Calibri"/>
                <a:cs typeface="Calibri"/>
                <a:sym typeface="Calibri"/>
              </a:rPr>
              <a:t>Drift</a:t>
            </a:r>
            <a:endParaRPr sz="1100">
              <a:solidFill>
                <a:schemeClr val="dk1"/>
              </a:solidFill>
              <a:latin typeface="Calibri"/>
              <a:ea typeface="Calibri"/>
              <a:cs typeface="Calibri"/>
              <a:sym typeface="Calibri"/>
            </a:endParaRPr>
          </a:p>
        </p:txBody>
      </p:sp>
      <p:sp>
        <p:nvSpPr>
          <p:cNvPr id="893" name="Google Shape;893;p137"/>
          <p:cNvSpPr/>
          <p:nvPr/>
        </p:nvSpPr>
        <p:spPr>
          <a:xfrm>
            <a:off x="2263088" y="1378313"/>
            <a:ext cx="1478400" cy="113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File viewer</a:t>
            </a:r>
            <a:endParaRPr>
              <a:latin typeface="Calibri"/>
              <a:ea typeface="Calibri"/>
              <a:cs typeface="Calibri"/>
              <a:sym typeface="Calibri"/>
            </a:endParaRPr>
          </a:p>
        </p:txBody>
      </p:sp>
      <p:sp>
        <p:nvSpPr>
          <p:cNvPr id="894" name="Google Shape;894;p137"/>
          <p:cNvSpPr/>
          <p:nvPr/>
        </p:nvSpPr>
        <p:spPr>
          <a:xfrm>
            <a:off x="5022238" y="2514713"/>
            <a:ext cx="1478400" cy="113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Claude code</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38"/>
          <p:cNvSpPr txBox="1"/>
          <p:nvPr>
            <p:ph type="title"/>
          </p:nvPr>
        </p:nvSpPr>
        <p:spPr>
          <a:xfrm>
            <a:off x="789729" y="342900"/>
            <a:ext cx="81555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Next Paradigm: Everyone is a Builder - the AI Operating System</a:t>
            </a:r>
            <a:endParaRPr b="0" sz="1400"/>
          </a:p>
        </p:txBody>
      </p:sp>
      <p:sp>
        <p:nvSpPr>
          <p:cNvPr id="900" name="Google Shape;900;p138"/>
          <p:cNvSpPr/>
          <p:nvPr/>
        </p:nvSpPr>
        <p:spPr>
          <a:xfrm>
            <a:off x="127769" y="915050"/>
            <a:ext cx="6807600" cy="54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Everyone is a Design Engineer</a:t>
            </a:r>
            <a:endParaRPr>
              <a:latin typeface="Calibri"/>
              <a:ea typeface="Calibri"/>
              <a:cs typeface="Calibri"/>
              <a:sym typeface="Calibri"/>
            </a:endParaRPr>
          </a:p>
        </p:txBody>
      </p:sp>
      <p:sp>
        <p:nvSpPr>
          <p:cNvPr id="901" name="Google Shape;901;p138"/>
          <p:cNvSpPr/>
          <p:nvPr/>
        </p:nvSpPr>
        <p:spPr>
          <a:xfrm>
            <a:off x="127760" y="1548275"/>
            <a:ext cx="6807600" cy="5460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Interface </a:t>
            </a:r>
            <a:endParaRPr>
              <a:latin typeface="Calibri"/>
              <a:ea typeface="Calibri"/>
              <a:cs typeface="Calibri"/>
              <a:sym typeface="Calibri"/>
            </a:endParaRPr>
          </a:p>
        </p:txBody>
      </p:sp>
      <p:sp>
        <p:nvSpPr>
          <p:cNvPr id="902" name="Google Shape;902;p138"/>
          <p:cNvSpPr/>
          <p:nvPr/>
        </p:nvSpPr>
        <p:spPr>
          <a:xfrm>
            <a:off x="5309850" y="2167125"/>
            <a:ext cx="1625400" cy="11937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Custom Agents</a:t>
            </a:r>
            <a:endParaRPr>
              <a:latin typeface="Calibri"/>
              <a:ea typeface="Calibri"/>
              <a:cs typeface="Calibri"/>
              <a:sym typeface="Calibri"/>
            </a:endParaRPr>
          </a:p>
        </p:txBody>
      </p:sp>
      <p:sp>
        <p:nvSpPr>
          <p:cNvPr id="903" name="Google Shape;903;p138"/>
          <p:cNvSpPr/>
          <p:nvPr/>
        </p:nvSpPr>
        <p:spPr>
          <a:xfrm>
            <a:off x="3547531" y="2814725"/>
            <a:ext cx="1625400" cy="5460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Market </a:t>
            </a:r>
            <a:r>
              <a:rPr lang="en">
                <a:latin typeface="Calibri"/>
                <a:ea typeface="Calibri"/>
                <a:cs typeface="Calibri"/>
                <a:sym typeface="Calibri"/>
              </a:rPr>
              <a:t>Research</a:t>
            </a:r>
            <a:r>
              <a:rPr lang="en">
                <a:latin typeface="Calibri"/>
                <a:ea typeface="Calibri"/>
                <a:cs typeface="Calibri"/>
                <a:sym typeface="Calibri"/>
              </a:rPr>
              <a:t> Agent</a:t>
            </a:r>
            <a:endParaRPr>
              <a:latin typeface="Calibri"/>
              <a:ea typeface="Calibri"/>
              <a:cs typeface="Calibri"/>
              <a:sym typeface="Calibri"/>
            </a:endParaRPr>
          </a:p>
        </p:txBody>
      </p:sp>
      <p:sp>
        <p:nvSpPr>
          <p:cNvPr id="904" name="Google Shape;904;p138"/>
          <p:cNvSpPr/>
          <p:nvPr/>
        </p:nvSpPr>
        <p:spPr>
          <a:xfrm>
            <a:off x="127750" y="2814725"/>
            <a:ext cx="1625400" cy="5460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Coding Agent</a:t>
            </a:r>
            <a:endParaRPr>
              <a:latin typeface="Calibri"/>
              <a:ea typeface="Calibri"/>
              <a:cs typeface="Calibri"/>
              <a:sym typeface="Calibri"/>
            </a:endParaRPr>
          </a:p>
        </p:txBody>
      </p:sp>
      <p:sp>
        <p:nvSpPr>
          <p:cNvPr id="905" name="Google Shape;905;p138"/>
          <p:cNvSpPr/>
          <p:nvPr/>
        </p:nvSpPr>
        <p:spPr>
          <a:xfrm>
            <a:off x="1837647" y="2814725"/>
            <a:ext cx="1625400" cy="5460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QA </a:t>
            </a:r>
            <a:r>
              <a:rPr lang="en">
                <a:latin typeface="Calibri"/>
                <a:ea typeface="Calibri"/>
                <a:cs typeface="Calibri"/>
                <a:sym typeface="Calibri"/>
              </a:rPr>
              <a:t>Agent</a:t>
            </a:r>
            <a:endParaRPr>
              <a:latin typeface="Calibri"/>
              <a:ea typeface="Calibri"/>
              <a:cs typeface="Calibri"/>
              <a:sym typeface="Calibri"/>
            </a:endParaRPr>
          </a:p>
        </p:txBody>
      </p:sp>
      <p:sp>
        <p:nvSpPr>
          <p:cNvPr id="906" name="Google Shape;906;p138"/>
          <p:cNvSpPr/>
          <p:nvPr/>
        </p:nvSpPr>
        <p:spPr>
          <a:xfrm>
            <a:off x="127779" y="3480550"/>
            <a:ext cx="6807600" cy="546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Tool Repository</a:t>
            </a:r>
            <a:endParaRPr>
              <a:latin typeface="Calibri"/>
              <a:ea typeface="Calibri"/>
              <a:cs typeface="Calibri"/>
              <a:sym typeface="Calibri"/>
            </a:endParaRPr>
          </a:p>
        </p:txBody>
      </p:sp>
      <p:sp>
        <p:nvSpPr>
          <p:cNvPr id="907" name="Google Shape;907;p138"/>
          <p:cNvSpPr/>
          <p:nvPr/>
        </p:nvSpPr>
        <p:spPr>
          <a:xfrm>
            <a:off x="127769" y="4097475"/>
            <a:ext cx="6807600" cy="546000"/>
          </a:xfrm>
          <a:prstGeom prst="rect">
            <a:avLst/>
          </a:prstGeom>
          <a:solidFill>
            <a:srgbClr val="1C458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libri"/>
                <a:ea typeface="Calibri"/>
                <a:cs typeface="Calibri"/>
                <a:sym typeface="Calibri"/>
              </a:rPr>
              <a:t>Infrastructure Layer</a:t>
            </a:r>
            <a:endParaRPr>
              <a:solidFill>
                <a:schemeClr val="lt1"/>
              </a:solidFill>
              <a:latin typeface="Calibri"/>
              <a:ea typeface="Calibri"/>
              <a:cs typeface="Calibri"/>
              <a:sym typeface="Calibri"/>
            </a:endParaRPr>
          </a:p>
        </p:txBody>
      </p:sp>
      <p:sp>
        <p:nvSpPr>
          <p:cNvPr id="908" name="Google Shape;908;p138"/>
          <p:cNvSpPr/>
          <p:nvPr/>
        </p:nvSpPr>
        <p:spPr>
          <a:xfrm>
            <a:off x="127799" y="2181500"/>
            <a:ext cx="5045100" cy="546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AI Gateway</a:t>
            </a:r>
            <a:endParaRPr>
              <a:latin typeface="Calibri"/>
              <a:ea typeface="Calibri"/>
              <a:cs typeface="Calibri"/>
              <a:sym typeface="Calibri"/>
            </a:endParaRPr>
          </a:p>
        </p:txBody>
      </p:sp>
      <p:sp>
        <p:nvSpPr>
          <p:cNvPr id="909" name="Google Shape;909;p138"/>
          <p:cNvSpPr/>
          <p:nvPr/>
        </p:nvSpPr>
        <p:spPr>
          <a:xfrm>
            <a:off x="6996125" y="1548275"/>
            <a:ext cx="996600" cy="2478300"/>
          </a:xfrm>
          <a:prstGeom prst="rect">
            <a:avLst/>
          </a:prstGeom>
          <a:gradFill>
            <a:gsLst>
              <a:gs pos="0">
                <a:srgbClr val="DFEAFB"/>
              </a:gs>
              <a:gs pos="100000">
                <a:srgbClr val="6E9CE7"/>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AI Engineer</a:t>
            </a:r>
            <a:endParaRPr>
              <a:latin typeface="Calibri"/>
              <a:ea typeface="Calibri"/>
              <a:cs typeface="Calibri"/>
              <a:sym typeface="Calibri"/>
            </a:endParaRPr>
          </a:p>
        </p:txBody>
      </p:sp>
      <p:sp>
        <p:nvSpPr>
          <p:cNvPr id="910" name="Google Shape;910;p138"/>
          <p:cNvSpPr/>
          <p:nvPr/>
        </p:nvSpPr>
        <p:spPr>
          <a:xfrm>
            <a:off x="6996125" y="915050"/>
            <a:ext cx="2050200" cy="54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Skill Depth</a:t>
            </a:r>
            <a:endParaRPr>
              <a:latin typeface="Calibri"/>
              <a:ea typeface="Calibri"/>
              <a:cs typeface="Calibri"/>
              <a:sym typeface="Calibri"/>
            </a:endParaRPr>
          </a:p>
        </p:txBody>
      </p:sp>
      <p:sp>
        <p:nvSpPr>
          <p:cNvPr id="911" name="Google Shape;911;p138"/>
          <p:cNvSpPr/>
          <p:nvPr/>
        </p:nvSpPr>
        <p:spPr>
          <a:xfrm>
            <a:off x="8053450" y="2622175"/>
            <a:ext cx="996600" cy="2021400"/>
          </a:xfrm>
          <a:prstGeom prst="rect">
            <a:avLst/>
          </a:prstGeom>
          <a:gradFill>
            <a:gsLst>
              <a:gs pos="0">
                <a:srgbClr val="DFEAFB"/>
              </a:gs>
              <a:gs pos="100000">
                <a:srgbClr val="6E9CE7"/>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Developer</a:t>
            </a:r>
            <a:endParaRPr>
              <a:latin typeface="Calibri"/>
              <a:ea typeface="Calibri"/>
              <a:cs typeface="Calibri"/>
              <a:sym typeface="Calibri"/>
            </a:endParaRPr>
          </a:p>
        </p:txBody>
      </p:sp>
      <p:sp>
        <p:nvSpPr>
          <p:cNvPr id="912" name="Google Shape;912;p138"/>
          <p:cNvSpPr txBox="1"/>
          <p:nvPr/>
        </p:nvSpPr>
        <p:spPr>
          <a:xfrm>
            <a:off x="701425" y="554325"/>
            <a:ext cx="75333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100">
                <a:solidFill>
                  <a:schemeClr val="dk1"/>
                </a:solidFill>
              </a:rPr>
              <a:t>The only variable is AI Skill depth</a:t>
            </a:r>
            <a:br>
              <a:rPr lang="en" sz="1100">
                <a:solidFill>
                  <a:schemeClr val="dk1"/>
                </a:solidFill>
              </a:rPr>
            </a:b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139"/>
          <p:cNvSpPr txBox="1"/>
          <p:nvPr>
            <p:ph type="title"/>
          </p:nvPr>
        </p:nvSpPr>
        <p:spPr>
          <a:xfrm>
            <a:off x="2359431" y="4155429"/>
            <a:ext cx="4425000" cy="276900"/>
          </a:xfrm>
          <a:prstGeom prst="rect">
            <a:avLst/>
          </a:prstGeom>
          <a:noFill/>
          <a:ln>
            <a:noFill/>
          </a:ln>
        </p:spPr>
        <p:txBody>
          <a:bodyPr anchorCtr="0" anchor="t" bIns="34275" lIns="68575" spcFirstLastPara="1" rIns="68575" wrap="square" tIns="34275">
            <a:spAutoFit/>
          </a:bodyPr>
          <a:lstStyle/>
          <a:p>
            <a:pPr indent="0" lvl="0" marL="0" rtl="0" algn="ctr">
              <a:lnSpc>
                <a:spcPct val="90000"/>
              </a:lnSpc>
              <a:spcBef>
                <a:spcPts val="0"/>
              </a:spcBef>
              <a:spcAft>
                <a:spcPts val="0"/>
              </a:spcAft>
              <a:buNone/>
            </a:pPr>
            <a:r>
              <a:rPr lang="en" sz="1500">
                <a:solidFill>
                  <a:srgbClr val="006BEC"/>
                </a:solidFill>
              </a:rPr>
              <a:t>What is AI</a:t>
            </a:r>
            <a:endParaRPr/>
          </a:p>
        </p:txBody>
      </p:sp>
      <p:sp>
        <p:nvSpPr>
          <p:cNvPr id="919" name="Google Shape;919;p139"/>
          <p:cNvSpPr txBox="1"/>
          <p:nvPr>
            <p:ph idx="1" type="body"/>
          </p:nvPr>
        </p:nvSpPr>
        <p:spPr>
          <a:xfrm>
            <a:off x="3181165" y="873199"/>
            <a:ext cx="2574300" cy="2601300"/>
          </a:xfrm>
          <a:prstGeom prst="rect">
            <a:avLst/>
          </a:prstGeom>
          <a:noFill/>
          <a:ln>
            <a:noFill/>
          </a:ln>
        </p:spPr>
        <p:txBody>
          <a:bodyPr anchorCtr="0" anchor="ctr" bIns="0" lIns="0" spcFirstLastPara="1" rIns="0" wrap="square" tIns="0">
            <a:spAutoFit/>
          </a:bodyPr>
          <a:lstStyle/>
          <a:p>
            <a:pPr indent="-165100" lvl="0" marL="342900" rtl="0" algn="ctr">
              <a:lnSpc>
                <a:spcPct val="100000"/>
              </a:lnSpc>
              <a:spcBef>
                <a:spcPts val="0"/>
              </a:spcBef>
              <a:spcAft>
                <a:spcPts val="0"/>
              </a:spcAft>
              <a:buSzPts val="1100"/>
              <a:buNone/>
            </a:pPr>
            <a:r>
              <a:rPr lang="en"/>
              <a:t>2</a:t>
            </a:r>
            <a:endParaRPr/>
          </a:p>
        </p:txBody>
      </p:sp>
      <p:sp>
        <p:nvSpPr>
          <p:cNvPr id="920" name="Google Shape;920;p139"/>
          <p:cNvSpPr txBox="1"/>
          <p:nvPr/>
        </p:nvSpPr>
        <p:spPr>
          <a:xfrm>
            <a:off x="4521495" y="988828"/>
            <a:ext cx="1386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40"/>
          <p:cNvSpPr txBox="1"/>
          <p:nvPr>
            <p:ph type="title"/>
          </p:nvPr>
        </p:nvSpPr>
        <p:spPr>
          <a:xfrm>
            <a:off x="818639" y="212681"/>
            <a:ext cx="59241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AI is an Agent, Model, Memory and Tools</a:t>
            </a:r>
            <a:endParaRPr b="0" sz="1400"/>
          </a:p>
        </p:txBody>
      </p:sp>
      <p:sp>
        <p:nvSpPr>
          <p:cNvPr id="926" name="Google Shape;926;p140"/>
          <p:cNvSpPr txBox="1"/>
          <p:nvPr/>
        </p:nvSpPr>
        <p:spPr>
          <a:xfrm>
            <a:off x="452700" y="638513"/>
            <a:ext cx="8238600" cy="126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50">
                <a:solidFill>
                  <a:srgbClr val="0E0E0E"/>
                </a:solidFill>
              </a:rPr>
              <a:t>AI is a set of billions or trillions of dials that transform inputs into outputs. These dials are set by the model’s training (usually the entire internet and extra information) and, by probability, set the outputs word by word according to chance / probability. It’s like throwing magnet letters at a fridge to see what sticks. The magnet letters are your inputs and the magnet strengths are the parameters (dials). </a:t>
            </a:r>
            <a:endParaRPr sz="1250">
              <a:solidFill>
                <a:srgbClr val="0E0E0E"/>
              </a:solidFill>
            </a:endParaRPr>
          </a:p>
          <a:p>
            <a:pPr indent="0" lvl="0" marL="0" rtl="0" algn="l">
              <a:lnSpc>
                <a:spcPct val="115000"/>
              </a:lnSpc>
              <a:spcBef>
                <a:spcPts val="0"/>
              </a:spcBef>
              <a:spcAft>
                <a:spcPts val="0"/>
              </a:spcAft>
              <a:buNone/>
            </a:pPr>
            <a:r>
              <a:t/>
            </a:r>
            <a:endParaRPr sz="1250">
              <a:solidFill>
                <a:srgbClr val="0E0E0E"/>
              </a:solidFill>
            </a:endParaRPr>
          </a:p>
        </p:txBody>
      </p:sp>
      <p:pic>
        <p:nvPicPr>
          <p:cNvPr id="927" name="Google Shape;927;p140" title="Screenshot 2025-08-20 at 11.44.21 AM.png"/>
          <p:cNvPicPr preferRelativeResize="0"/>
          <p:nvPr/>
        </p:nvPicPr>
        <p:blipFill>
          <a:blip r:embed="rId3">
            <a:alphaModFix/>
          </a:blip>
          <a:stretch>
            <a:fillRect/>
          </a:stretch>
        </p:blipFill>
        <p:spPr>
          <a:xfrm>
            <a:off x="968425" y="1790175"/>
            <a:ext cx="6986150" cy="2703925"/>
          </a:xfrm>
          <a:prstGeom prst="rect">
            <a:avLst/>
          </a:prstGeom>
          <a:noFill/>
          <a:ln>
            <a:noFill/>
          </a:ln>
        </p:spPr>
      </p:pic>
      <p:sp>
        <p:nvSpPr>
          <p:cNvPr id="928" name="Google Shape;928;p140"/>
          <p:cNvSpPr txBox="1"/>
          <p:nvPr/>
        </p:nvSpPr>
        <p:spPr>
          <a:xfrm>
            <a:off x="5528725" y="2156250"/>
            <a:ext cx="1914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lt1"/>
                </a:solidFill>
                <a:latin typeface="Calibri"/>
                <a:ea typeface="Calibri"/>
                <a:cs typeface="Calibri"/>
                <a:sym typeface="Calibri"/>
              </a:rPr>
              <a:t>This is AI. That’s it. </a:t>
            </a:r>
            <a:endParaRPr b="1" sz="15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41"/>
          <p:cNvSpPr txBox="1"/>
          <p:nvPr>
            <p:ph type="title"/>
          </p:nvPr>
        </p:nvSpPr>
        <p:spPr>
          <a:xfrm>
            <a:off x="743538" y="212713"/>
            <a:ext cx="8520600" cy="572700"/>
          </a:xfrm>
          <a:prstGeom prst="rect">
            <a:avLst/>
          </a:prstGeom>
        </p:spPr>
        <p:txBody>
          <a:bodyPr anchorCtr="0" anchor="ctr" bIns="68575" lIns="68575" spcFirstLastPara="1" rIns="68575" wrap="square" tIns="68575">
            <a:noAutofit/>
          </a:bodyPr>
          <a:lstStyle/>
          <a:p>
            <a:pPr indent="0" lvl="0" marL="0" rtl="0" algn="l">
              <a:lnSpc>
                <a:spcPct val="115000"/>
              </a:lnSpc>
              <a:spcBef>
                <a:spcPts val="1100"/>
              </a:spcBef>
              <a:spcAft>
                <a:spcPts val="300"/>
              </a:spcAft>
              <a:buNone/>
            </a:pPr>
            <a:r>
              <a:rPr b="1" lang="en" sz="1700">
                <a:solidFill>
                  <a:schemeClr val="dk1"/>
                </a:solidFill>
              </a:rPr>
              <a:t>AI is Built Different</a:t>
            </a:r>
            <a:endParaRPr b="1" sz="1700">
              <a:solidFill>
                <a:schemeClr val="dk1"/>
              </a:solidFill>
            </a:endParaRPr>
          </a:p>
        </p:txBody>
      </p:sp>
      <p:pic>
        <p:nvPicPr>
          <p:cNvPr id="934" name="Google Shape;934;p141" title="funny-test-answers-smartass-kids-coverimage.jpg"/>
          <p:cNvPicPr preferRelativeResize="0"/>
          <p:nvPr/>
        </p:nvPicPr>
        <p:blipFill>
          <a:blip r:embed="rId3">
            <a:alphaModFix/>
          </a:blip>
          <a:stretch>
            <a:fillRect/>
          </a:stretch>
        </p:blipFill>
        <p:spPr>
          <a:xfrm>
            <a:off x="3010988" y="-396443"/>
            <a:ext cx="2650574" cy="1791025"/>
          </a:xfrm>
          <a:prstGeom prst="rect">
            <a:avLst/>
          </a:prstGeom>
          <a:noFill/>
          <a:ln>
            <a:noFill/>
          </a:ln>
        </p:spPr>
      </p:pic>
      <p:pic>
        <p:nvPicPr>
          <p:cNvPr id="935" name="Google Shape;935;p141" title="square-1453921725-screen-shot-2016-01-27-at-20738-pm.jpg"/>
          <p:cNvPicPr preferRelativeResize="0"/>
          <p:nvPr/>
        </p:nvPicPr>
        <p:blipFill>
          <a:blip r:embed="rId4">
            <a:alphaModFix/>
          </a:blip>
          <a:stretch>
            <a:fillRect/>
          </a:stretch>
        </p:blipFill>
        <p:spPr>
          <a:xfrm>
            <a:off x="152400" y="937813"/>
            <a:ext cx="3029887" cy="3029887"/>
          </a:xfrm>
          <a:prstGeom prst="rect">
            <a:avLst/>
          </a:prstGeom>
          <a:noFill/>
          <a:ln>
            <a:noFill/>
          </a:ln>
        </p:spPr>
      </p:pic>
      <p:pic>
        <p:nvPicPr>
          <p:cNvPr id="936" name="Google Shape;936;p141" title="test-answers-1.jpg"/>
          <p:cNvPicPr preferRelativeResize="0"/>
          <p:nvPr/>
        </p:nvPicPr>
        <p:blipFill>
          <a:blip r:embed="rId5">
            <a:alphaModFix/>
          </a:blip>
          <a:stretch>
            <a:fillRect/>
          </a:stretch>
        </p:blipFill>
        <p:spPr>
          <a:xfrm>
            <a:off x="3637125" y="2793475"/>
            <a:ext cx="5006826" cy="1502050"/>
          </a:xfrm>
          <a:prstGeom prst="rect">
            <a:avLst/>
          </a:prstGeom>
          <a:noFill/>
          <a:ln>
            <a:noFill/>
          </a:ln>
        </p:spPr>
      </p:pic>
      <p:pic>
        <p:nvPicPr>
          <p:cNvPr id="937" name="Google Shape;937;p141" title="funny-kids-test-answers-23.jpg"/>
          <p:cNvPicPr preferRelativeResize="0"/>
          <p:nvPr/>
        </p:nvPicPr>
        <p:blipFill>
          <a:blip r:embed="rId6">
            <a:alphaModFix/>
          </a:blip>
          <a:stretch>
            <a:fillRect/>
          </a:stretch>
        </p:blipFill>
        <p:spPr>
          <a:xfrm>
            <a:off x="805769" y="3080369"/>
            <a:ext cx="2767600" cy="2063120"/>
          </a:xfrm>
          <a:prstGeom prst="rect">
            <a:avLst/>
          </a:prstGeom>
          <a:noFill/>
          <a:ln>
            <a:noFill/>
          </a:ln>
        </p:spPr>
      </p:pic>
      <p:pic>
        <p:nvPicPr>
          <p:cNvPr id="938" name="Google Shape;938;p141" title="featuredImageId27373-600x385.png"/>
          <p:cNvPicPr preferRelativeResize="0"/>
          <p:nvPr/>
        </p:nvPicPr>
        <p:blipFill>
          <a:blip r:embed="rId7">
            <a:alphaModFix/>
          </a:blip>
          <a:stretch>
            <a:fillRect/>
          </a:stretch>
        </p:blipFill>
        <p:spPr>
          <a:xfrm>
            <a:off x="5288750" y="253975"/>
            <a:ext cx="3511350" cy="2253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42"/>
          <p:cNvSpPr txBox="1"/>
          <p:nvPr>
            <p:ph type="title"/>
          </p:nvPr>
        </p:nvSpPr>
        <p:spPr>
          <a:xfrm>
            <a:off x="743538" y="212713"/>
            <a:ext cx="8520600" cy="572700"/>
          </a:xfrm>
          <a:prstGeom prst="rect">
            <a:avLst/>
          </a:prstGeom>
        </p:spPr>
        <p:txBody>
          <a:bodyPr anchorCtr="0" anchor="ctr" bIns="68575" lIns="68575" spcFirstLastPara="1" rIns="68575" wrap="square" tIns="68575">
            <a:noAutofit/>
          </a:bodyPr>
          <a:lstStyle/>
          <a:p>
            <a:pPr indent="0" lvl="0" marL="0" rtl="0" algn="l">
              <a:lnSpc>
                <a:spcPct val="115000"/>
              </a:lnSpc>
              <a:spcBef>
                <a:spcPts val="1100"/>
              </a:spcBef>
              <a:spcAft>
                <a:spcPts val="300"/>
              </a:spcAft>
              <a:buNone/>
            </a:pPr>
            <a:r>
              <a:rPr b="1" lang="en" sz="1700">
                <a:solidFill>
                  <a:schemeClr val="dk1"/>
                </a:solidFill>
              </a:rPr>
              <a:t>How do I interact with AI - Context</a:t>
            </a:r>
            <a:endParaRPr b="1" sz="1700">
              <a:solidFill>
                <a:schemeClr val="dk1"/>
              </a:solidFill>
            </a:endParaRPr>
          </a:p>
        </p:txBody>
      </p:sp>
      <p:pic>
        <p:nvPicPr>
          <p:cNvPr id="944" name="Google Shape;944;p142" title="137baf1e-6ba4-465a-883d-89cd5612f75e_1200x900.png"/>
          <p:cNvPicPr preferRelativeResize="0"/>
          <p:nvPr/>
        </p:nvPicPr>
        <p:blipFill>
          <a:blip r:embed="rId3">
            <a:alphaModFix/>
          </a:blip>
          <a:stretch>
            <a:fillRect/>
          </a:stretch>
        </p:blipFill>
        <p:spPr>
          <a:xfrm>
            <a:off x="3239575" y="948063"/>
            <a:ext cx="5404383" cy="4053287"/>
          </a:xfrm>
          <a:prstGeom prst="rect">
            <a:avLst/>
          </a:prstGeom>
          <a:noFill/>
          <a:ln>
            <a:noFill/>
          </a:ln>
        </p:spPr>
      </p:pic>
      <p:sp>
        <p:nvSpPr>
          <p:cNvPr id="945" name="Google Shape;945;p142"/>
          <p:cNvSpPr txBox="1"/>
          <p:nvPr/>
        </p:nvSpPr>
        <p:spPr>
          <a:xfrm flipH="1">
            <a:off x="430950" y="1885050"/>
            <a:ext cx="2446800" cy="102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Calibri"/>
                <a:ea typeface="Calibri"/>
                <a:cs typeface="Calibri"/>
                <a:sym typeface="Calibri"/>
              </a:rPr>
              <a:t>Context is the information the agent has available to it to perform a task or produce an output. </a:t>
            </a:r>
            <a:endParaRPr sz="13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43"/>
          <p:cNvSpPr txBox="1"/>
          <p:nvPr>
            <p:ph type="title"/>
          </p:nvPr>
        </p:nvSpPr>
        <p:spPr>
          <a:xfrm>
            <a:off x="743538" y="212713"/>
            <a:ext cx="8520600" cy="572700"/>
          </a:xfrm>
          <a:prstGeom prst="rect">
            <a:avLst/>
          </a:prstGeom>
        </p:spPr>
        <p:txBody>
          <a:bodyPr anchorCtr="0" anchor="ctr" bIns="68575" lIns="68575" spcFirstLastPara="1" rIns="68575" wrap="square" tIns="68575">
            <a:noAutofit/>
          </a:bodyPr>
          <a:lstStyle/>
          <a:p>
            <a:pPr indent="0" lvl="0" marL="0" rtl="0" algn="l">
              <a:lnSpc>
                <a:spcPct val="115000"/>
              </a:lnSpc>
              <a:spcBef>
                <a:spcPts val="1100"/>
              </a:spcBef>
              <a:spcAft>
                <a:spcPts val="300"/>
              </a:spcAft>
              <a:buNone/>
            </a:pPr>
            <a:r>
              <a:rPr b="1" lang="en" sz="1700">
                <a:solidFill>
                  <a:schemeClr val="dk1"/>
                </a:solidFill>
              </a:rPr>
              <a:t>The Role of Users is to Give the AI the Context it Needs to Perform</a:t>
            </a:r>
            <a:endParaRPr b="1" sz="1700">
              <a:solidFill>
                <a:schemeClr val="dk1"/>
              </a:solidFill>
            </a:endParaRPr>
          </a:p>
        </p:txBody>
      </p:sp>
      <p:pic>
        <p:nvPicPr>
          <p:cNvPr id="951" name="Google Shape;951;p143" title="eb844018-f295-4063-93ea-6aa8cf72e322_1024x1024.jpg"/>
          <p:cNvPicPr preferRelativeResize="0"/>
          <p:nvPr/>
        </p:nvPicPr>
        <p:blipFill>
          <a:blip r:embed="rId3">
            <a:alphaModFix/>
          </a:blip>
          <a:stretch>
            <a:fillRect/>
          </a:stretch>
        </p:blipFill>
        <p:spPr>
          <a:xfrm>
            <a:off x="2545350" y="913200"/>
            <a:ext cx="4053289" cy="4053289"/>
          </a:xfrm>
          <a:prstGeom prst="rect">
            <a:avLst/>
          </a:prstGeom>
          <a:noFill/>
          <a:ln>
            <a:noFill/>
          </a:ln>
        </p:spPr>
      </p:pic>
      <p:sp>
        <p:nvSpPr>
          <p:cNvPr id="952" name="Google Shape;952;p143"/>
          <p:cNvSpPr txBox="1"/>
          <p:nvPr/>
        </p:nvSpPr>
        <p:spPr>
          <a:xfrm flipH="1">
            <a:off x="430950" y="1885050"/>
            <a:ext cx="2446800" cy="21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Calibri"/>
                <a:ea typeface="Calibri"/>
                <a:cs typeface="Calibri"/>
                <a:sym typeface="Calibri"/>
              </a:rPr>
              <a:t>Personal use of AI</a:t>
            </a:r>
            <a:endParaRPr b="1" sz="13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One shot prompts </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One Question</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Vague</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 like interactions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Low probability of success</a:t>
            </a:r>
            <a:endParaRPr sz="1100">
              <a:solidFill>
                <a:schemeClr val="dk1"/>
              </a:solidFill>
              <a:latin typeface="Calibri"/>
              <a:ea typeface="Calibri"/>
              <a:cs typeface="Calibri"/>
              <a:sym typeface="Calibri"/>
            </a:endParaRPr>
          </a:p>
        </p:txBody>
      </p:sp>
      <p:sp>
        <p:nvSpPr>
          <p:cNvPr id="953" name="Google Shape;953;p143"/>
          <p:cNvSpPr txBox="1"/>
          <p:nvPr/>
        </p:nvSpPr>
        <p:spPr>
          <a:xfrm flipH="1">
            <a:off x="6731175" y="1885050"/>
            <a:ext cx="2446800" cy="21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Calibri"/>
                <a:ea typeface="Calibri"/>
                <a:cs typeface="Calibri"/>
                <a:sym typeface="Calibri"/>
              </a:rPr>
              <a:t>Commercial</a:t>
            </a:r>
            <a:r>
              <a:rPr b="1" lang="en" sz="1300">
                <a:solidFill>
                  <a:schemeClr val="dk1"/>
                </a:solidFill>
                <a:latin typeface="Calibri"/>
                <a:ea typeface="Calibri"/>
                <a:cs typeface="Calibri"/>
                <a:sym typeface="Calibri"/>
              </a:rPr>
              <a:t> Use of AI</a:t>
            </a:r>
            <a:endParaRPr b="1" sz="13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Robust instruction</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Documentation</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Examples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Negative examples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Codebase / Schema</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Process/Procedure</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Standards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History/Memory</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WHY</a:t>
            </a:r>
            <a:endParaRPr sz="11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144"/>
          <p:cNvSpPr txBox="1"/>
          <p:nvPr>
            <p:ph type="title"/>
          </p:nvPr>
        </p:nvSpPr>
        <p:spPr>
          <a:xfrm>
            <a:off x="743538" y="212713"/>
            <a:ext cx="8520600" cy="572700"/>
          </a:xfrm>
          <a:prstGeom prst="rect">
            <a:avLst/>
          </a:prstGeom>
        </p:spPr>
        <p:txBody>
          <a:bodyPr anchorCtr="0" anchor="ctr" bIns="68575" lIns="68575" spcFirstLastPara="1" rIns="68575" wrap="square" tIns="68575">
            <a:noAutofit/>
          </a:bodyPr>
          <a:lstStyle/>
          <a:p>
            <a:pPr indent="0" lvl="0" marL="0" rtl="0" algn="l">
              <a:lnSpc>
                <a:spcPct val="115000"/>
              </a:lnSpc>
              <a:spcBef>
                <a:spcPts val="1100"/>
              </a:spcBef>
              <a:spcAft>
                <a:spcPts val="300"/>
              </a:spcAft>
              <a:buNone/>
            </a:pPr>
            <a:r>
              <a:rPr b="1" lang="en" sz="1700">
                <a:solidFill>
                  <a:schemeClr val="dk1"/>
                </a:solidFill>
              </a:rPr>
              <a:t>The Role of the User is Conext Engineer</a:t>
            </a:r>
            <a:endParaRPr b="1" sz="1700">
              <a:solidFill>
                <a:schemeClr val="dk1"/>
              </a:solidFill>
            </a:endParaRPr>
          </a:p>
        </p:txBody>
      </p:sp>
      <p:pic>
        <p:nvPicPr>
          <p:cNvPr id="959" name="Google Shape;959;p144" title="maxresdefault.jpg"/>
          <p:cNvPicPr preferRelativeResize="0"/>
          <p:nvPr/>
        </p:nvPicPr>
        <p:blipFill rotWithShape="1">
          <a:blip r:embed="rId3">
            <a:alphaModFix/>
          </a:blip>
          <a:srcRect b="0" l="0" r="0" t="26362"/>
          <a:stretch/>
        </p:blipFill>
        <p:spPr>
          <a:xfrm>
            <a:off x="530438" y="978449"/>
            <a:ext cx="8083126" cy="3348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45"/>
          <p:cNvSpPr txBox="1"/>
          <p:nvPr>
            <p:ph type="title"/>
          </p:nvPr>
        </p:nvSpPr>
        <p:spPr>
          <a:xfrm>
            <a:off x="2359431" y="4155429"/>
            <a:ext cx="4425000" cy="276900"/>
          </a:xfrm>
          <a:prstGeom prst="rect">
            <a:avLst/>
          </a:prstGeom>
          <a:noFill/>
          <a:ln>
            <a:noFill/>
          </a:ln>
        </p:spPr>
        <p:txBody>
          <a:bodyPr anchorCtr="0" anchor="t" bIns="34275" lIns="68575" spcFirstLastPara="1" rIns="68575" wrap="square" tIns="34275">
            <a:spAutoFit/>
          </a:bodyPr>
          <a:lstStyle/>
          <a:p>
            <a:pPr indent="0" lvl="0" marL="0" rtl="0" algn="ctr">
              <a:lnSpc>
                <a:spcPct val="90000"/>
              </a:lnSpc>
              <a:spcBef>
                <a:spcPts val="0"/>
              </a:spcBef>
              <a:spcAft>
                <a:spcPts val="0"/>
              </a:spcAft>
              <a:buNone/>
            </a:pPr>
            <a:r>
              <a:rPr lang="en" sz="1500">
                <a:solidFill>
                  <a:srgbClr val="006BEC"/>
                </a:solidFill>
              </a:rPr>
              <a:t>AI and Engineering</a:t>
            </a:r>
            <a:endParaRPr/>
          </a:p>
        </p:txBody>
      </p:sp>
      <p:sp>
        <p:nvSpPr>
          <p:cNvPr id="966" name="Google Shape;966;p145"/>
          <p:cNvSpPr txBox="1"/>
          <p:nvPr>
            <p:ph idx="1" type="body"/>
          </p:nvPr>
        </p:nvSpPr>
        <p:spPr>
          <a:xfrm>
            <a:off x="3181165" y="873199"/>
            <a:ext cx="2574300" cy="2601300"/>
          </a:xfrm>
          <a:prstGeom prst="rect">
            <a:avLst/>
          </a:prstGeom>
          <a:noFill/>
          <a:ln>
            <a:noFill/>
          </a:ln>
        </p:spPr>
        <p:txBody>
          <a:bodyPr anchorCtr="0" anchor="ctr" bIns="0" lIns="0" spcFirstLastPara="1" rIns="0" wrap="square" tIns="0">
            <a:spAutoFit/>
          </a:bodyPr>
          <a:lstStyle/>
          <a:p>
            <a:pPr indent="-165100" lvl="0" marL="342900" rtl="0" algn="ctr">
              <a:lnSpc>
                <a:spcPct val="100000"/>
              </a:lnSpc>
              <a:spcBef>
                <a:spcPts val="0"/>
              </a:spcBef>
              <a:spcAft>
                <a:spcPts val="0"/>
              </a:spcAft>
              <a:buSzPts val="1100"/>
              <a:buNone/>
            </a:pPr>
            <a:r>
              <a:rPr lang="en"/>
              <a:t>3</a:t>
            </a:r>
            <a:endParaRPr/>
          </a:p>
        </p:txBody>
      </p:sp>
      <p:sp>
        <p:nvSpPr>
          <p:cNvPr id="967" name="Google Shape;967;p145"/>
          <p:cNvSpPr txBox="1"/>
          <p:nvPr/>
        </p:nvSpPr>
        <p:spPr>
          <a:xfrm>
            <a:off x="4521495" y="988828"/>
            <a:ext cx="1386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46"/>
          <p:cNvSpPr txBox="1"/>
          <p:nvPr>
            <p:ph type="title"/>
          </p:nvPr>
        </p:nvSpPr>
        <p:spPr>
          <a:xfrm>
            <a:off x="807454" y="369925"/>
            <a:ext cx="78366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Consequently, Tools Matter Less </a:t>
            </a:r>
            <a:endParaRPr b="0" sz="1400"/>
          </a:p>
        </p:txBody>
      </p:sp>
      <p:sp>
        <p:nvSpPr>
          <p:cNvPr id="973" name="Google Shape;973;p146"/>
          <p:cNvSpPr txBox="1"/>
          <p:nvPr/>
        </p:nvSpPr>
        <p:spPr>
          <a:xfrm>
            <a:off x="452700" y="946775"/>
            <a:ext cx="8238600" cy="33762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200"/>
              </a:spcBef>
              <a:spcAft>
                <a:spcPts val="0"/>
              </a:spcAft>
              <a:buClr>
                <a:schemeClr val="dk1"/>
              </a:buClr>
              <a:buSzPts val="1300"/>
              <a:buAutoNum type="arabicPeriod"/>
            </a:pPr>
            <a:r>
              <a:rPr b="1" lang="en" sz="1300">
                <a:solidFill>
                  <a:schemeClr val="dk1"/>
                </a:solidFill>
              </a:rPr>
              <a:t>Knowledge is the commodity</a:t>
            </a:r>
            <a:r>
              <a:rPr lang="en" sz="1300">
                <a:solidFill>
                  <a:schemeClr val="dk1"/>
                </a:solidFill>
              </a:rPr>
              <a:t> – software built on fields, forms, and rigid processes (CRM, HR, training systems) loses value as AI automates knowledge work.</a:t>
            </a:r>
            <a:br>
              <a:rPr lang="en"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 sz="1300">
                <a:solidFill>
                  <a:schemeClr val="dk1"/>
                </a:solidFill>
              </a:rPr>
              <a:t>AI transcends platforms</a:t>
            </a:r>
            <a:r>
              <a:rPr lang="en" sz="1300">
                <a:solidFill>
                  <a:schemeClr val="dk1"/>
                </a:solidFill>
              </a:rPr>
              <a:t> – once AI can generate, retrieve, and act directly, the underlying tool becomes interchangeable.</a:t>
            </a:r>
            <a:br>
              <a:rPr lang="en"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 sz="1300">
                <a:solidFill>
                  <a:schemeClr val="dk1"/>
                </a:solidFill>
              </a:rPr>
              <a:t>Most “AI tools” are wrappers</a:t>
            </a:r>
            <a:r>
              <a:rPr lang="en" sz="1300">
                <a:solidFill>
                  <a:schemeClr val="dk1"/>
                </a:solidFill>
              </a:rPr>
              <a:t> – many startups simply repackage the same models; differentiation erodes quickly.</a:t>
            </a:r>
            <a:br>
              <a:rPr lang="en"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 sz="1300">
                <a:solidFill>
                  <a:schemeClr val="dk1"/>
                </a:solidFill>
              </a:rPr>
              <a:t>Constant change makes lock-in risky</a:t>
            </a:r>
            <a:r>
              <a:rPr lang="en" sz="1300">
                <a:solidFill>
                  <a:schemeClr val="dk1"/>
                </a:solidFill>
              </a:rPr>
              <a:t> – tools evolve weekly; investing in fundamentals (skills, literacy, workflows) outlasts any one vendor.</a:t>
            </a:r>
            <a:br>
              <a:rPr lang="en"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 sz="1300">
                <a:solidFill>
                  <a:schemeClr val="dk1"/>
                </a:solidFill>
              </a:rPr>
              <a:t>Strategic focus shifts to people &amp; models</a:t>
            </a:r>
            <a:r>
              <a:rPr lang="en" sz="1300">
                <a:solidFill>
                  <a:schemeClr val="dk1"/>
                </a:solidFill>
              </a:rPr>
              <a:t> – the durable value is in AI skills, agent design, and adaptable infrastructure, not branded platforms.</a:t>
            </a:r>
            <a:endParaRPr sz="1450">
              <a:solidFill>
                <a:srgbClr val="0E0E0E"/>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47"/>
          <p:cNvSpPr txBox="1"/>
          <p:nvPr>
            <p:ph type="title"/>
          </p:nvPr>
        </p:nvSpPr>
        <p:spPr>
          <a:xfrm>
            <a:off x="807439" y="369931"/>
            <a:ext cx="59241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So Why Buy Any Specialized AI Tool?</a:t>
            </a:r>
            <a:endParaRPr b="0" sz="1400"/>
          </a:p>
        </p:txBody>
      </p:sp>
      <p:sp>
        <p:nvSpPr>
          <p:cNvPr id="979" name="Google Shape;979;p147"/>
          <p:cNvSpPr txBox="1"/>
          <p:nvPr/>
        </p:nvSpPr>
        <p:spPr>
          <a:xfrm>
            <a:off x="452700" y="749300"/>
            <a:ext cx="8238600" cy="288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As a Stop Gap</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Ease adoption.</a:t>
            </a:r>
            <a:r>
              <a:rPr lang="en" sz="1100">
                <a:solidFill>
                  <a:schemeClr val="dk1"/>
                </a:solidFill>
              </a:rPr>
              <a:t> Familiar UIs (chat, forms, dashboards) lower the barrier for employees new to AI.</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Provide guardrails.</a:t>
            </a:r>
            <a:r>
              <a:rPr lang="en" sz="1100">
                <a:solidFill>
                  <a:schemeClr val="dk1"/>
                </a:solidFill>
              </a:rPr>
              <a:t> Tools constrain inputs/outputs, reducing risk while users build confidence.</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Bridge skill gaps.</a:t>
            </a:r>
            <a:r>
              <a:rPr lang="en" sz="1100">
                <a:solidFill>
                  <a:schemeClr val="dk1"/>
                </a:solidFill>
              </a:rPr>
              <a:t> Pre-built workflows allow non-experts to experiment without deep AI literacy.</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Offer secure sandboxes.</a:t>
            </a:r>
            <a:r>
              <a:rPr lang="en" sz="1100">
                <a:solidFill>
                  <a:schemeClr val="dk1"/>
                </a:solidFill>
              </a:rPr>
              <a:t> Contained environments protect data and enforce separation of duties.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Accelerate prototyping.</a:t>
            </a:r>
            <a:r>
              <a:rPr lang="en" sz="1100">
                <a:solidFill>
                  <a:schemeClr val="dk1"/>
                </a:solidFill>
              </a:rPr>
              <a:t> Instant hosting and low/no-code features speed up time to deploy.</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Absorb change.</a:t>
            </a:r>
            <a:r>
              <a:rPr lang="en" sz="1100">
                <a:solidFill>
                  <a:schemeClr val="dk1"/>
                </a:solidFill>
              </a:rPr>
              <a:t> Tool vendors handle rapid model evolution and infrastructure costs, letting enterprises learn before scaling.</a:t>
            </a:r>
            <a:endParaRPr b="1" sz="11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48"/>
          <p:cNvSpPr txBox="1"/>
          <p:nvPr>
            <p:ph type="title"/>
          </p:nvPr>
        </p:nvSpPr>
        <p:spPr>
          <a:xfrm>
            <a:off x="807439" y="369931"/>
            <a:ext cx="59241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Skill: Prototyping - Ability in One thing</a:t>
            </a:r>
            <a:endParaRPr b="0" sz="1400"/>
          </a:p>
        </p:txBody>
      </p:sp>
      <p:sp>
        <p:nvSpPr>
          <p:cNvPr id="985" name="Google Shape;985;p148"/>
          <p:cNvSpPr txBox="1"/>
          <p:nvPr/>
        </p:nvSpPr>
        <p:spPr>
          <a:xfrm>
            <a:off x="562350" y="737025"/>
            <a:ext cx="8238600" cy="126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50">
                <a:solidFill>
                  <a:srgbClr val="0E0E0E"/>
                </a:solidFill>
              </a:rPr>
              <a:t>Tool Use Case: Prototyping with low/no code to ease adoption barriers</a:t>
            </a:r>
            <a:endParaRPr sz="1250">
              <a:solidFill>
                <a:srgbClr val="0E0E0E"/>
              </a:solidFill>
            </a:endParaRPr>
          </a:p>
          <a:p>
            <a:pPr indent="-307975" lvl="0" marL="457200" rtl="0" algn="l">
              <a:lnSpc>
                <a:spcPct val="115000"/>
              </a:lnSpc>
              <a:spcBef>
                <a:spcPts val="0"/>
              </a:spcBef>
              <a:spcAft>
                <a:spcPts val="0"/>
              </a:spcAft>
              <a:buClr>
                <a:srgbClr val="0E0E0E"/>
              </a:buClr>
              <a:buSzPts val="1250"/>
              <a:buChar char="●"/>
            </a:pPr>
            <a:r>
              <a:rPr lang="en" sz="1250">
                <a:solidFill>
                  <a:srgbClr val="0E0E0E"/>
                </a:solidFill>
              </a:rPr>
              <a:t>Replit - same can be achieved with proper use of claude code and is claude and similar in the background</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Provides only a hosting platform for vibe coded works as a value add</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Provides sandboxed environments for exploration</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Easy and accessible interface for exposure to AI</a:t>
            </a:r>
            <a:endParaRPr sz="1250">
              <a:solidFill>
                <a:srgbClr val="0E0E0E"/>
              </a:solidFill>
            </a:endParaRPr>
          </a:p>
        </p:txBody>
      </p:sp>
      <p:sp>
        <p:nvSpPr>
          <p:cNvPr id="986" name="Google Shape;986;p148"/>
          <p:cNvSpPr/>
          <p:nvPr/>
        </p:nvSpPr>
        <p:spPr>
          <a:xfrm>
            <a:off x="127769" y="2218725"/>
            <a:ext cx="6807600" cy="35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Everyone is a Design Engineer</a:t>
            </a:r>
            <a:endParaRPr>
              <a:latin typeface="Calibri"/>
              <a:ea typeface="Calibri"/>
              <a:cs typeface="Calibri"/>
              <a:sym typeface="Calibri"/>
            </a:endParaRPr>
          </a:p>
        </p:txBody>
      </p:sp>
      <p:sp>
        <p:nvSpPr>
          <p:cNvPr id="987" name="Google Shape;987;p148"/>
          <p:cNvSpPr/>
          <p:nvPr/>
        </p:nvSpPr>
        <p:spPr>
          <a:xfrm>
            <a:off x="127760" y="2630538"/>
            <a:ext cx="6807600" cy="3552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Interface (choice of options, tool agnostic, interchangeable)</a:t>
            </a:r>
            <a:endParaRPr>
              <a:latin typeface="Calibri"/>
              <a:ea typeface="Calibri"/>
              <a:cs typeface="Calibri"/>
              <a:sym typeface="Calibri"/>
            </a:endParaRPr>
          </a:p>
        </p:txBody>
      </p:sp>
      <p:sp>
        <p:nvSpPr>
          <p:cNvPr id="988" name="Google Shape;988;p148"/>
          <p:cNvSpPr/>
          <p:nvPr/>
        </p:nvSpPr>
        <p:spPr>
          <a:xfrm>
            <a:off x="5309850" y="3042364"/>
            <a:ext cx="1625400" cy="7671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Custom Agents</a:t>
            </a:r>
            <a:endParaRPr>
              <a:latin typeface="Calibri"/>
              <a:ea typeface="Calibri"/>
              <a:cs typeface="Calibri"/>
              <a:sym typeface="Calibri"/>
            </a:endParaRPr>
          </a:p>
        </p:txBody>
      </p:sp>
      <p:sp>
        <p:nvSpPr>
          <p:cNvPr id="989" name="Google Shape;989;p148"/>
          <p:cNvSpPr/>
          <p:nvPr/>
        </p:nvSpPr>
        <p:spPr>
          <a:xfrm>
            <a:off x="3547533"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Code/Testing Agent</a:t>
            </a:r>
            <a:endParaRPr>
              <a:latin typeface="Calibri"/>
              <a:ea typeface="Calibri"/>
              <a:cs typeface="Calibri"/>
              <a:sym typeface="Calibri"/>
            </a:endParaRPr>
          </a:p>
        </p:txBody>
      </p:sp>
      <p:sp>
        <p:nvSpPr>
          <p:cNvPr id="990" name="Google Shape;990;p148"/>
          <p:cNvSpPr/>
          <p:nvPr/>
        </p:nvSpPr>
        <p:spPr>
          <a:xfrm>
            <a:off x="127750"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Product Agent</a:t>
            </a:r>
            <a:endParaRPr>
              <a:latin typeface="Calibri"/>
              <a:ea typeface="Calibri"/>
              <a:cs typeface="Calibri"/>
              <a:sym typeface="Calibri"/>
            </a:endParaRPr>
          </a:p>
        </p:txBody>
      </p:sp>
      <p:sp>
        <p:nvSpPr>
          <p:cNvPr id="991" name="Google Shape;991;p148"/>
          <p:cNvSpPr/>
          <p:nvPr/>
        </p:nvSpPr>
        <p:spPr>
          <a:xfrm>
            <a:off x="1837648"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Architecture Agent</a:t>
            </a:r>
            <a:endParaRPr>
              <a:latin typeface="Calibri"/>
              <a:ea typeface="Calibri"/>
              <a:cs typeface="Calibri"/>
              <a:sym typeface="Calibri"/>
            </a:endParaRPr>
          </a:p>
        </p:txBody>
      </p:sp>
      <p:sp>
        <p:nvSpPr>
          <p:cNvPr id="992" name="Google Shape;992;p148"/>
          <p:cNvSpPr/>
          <p:nvPr/>
        </p:nvSpPr>
        <p:spPr>
          <a:xfrm>
            <a:off x="127779" y="3887177"/>
            <a:ext cx="6807600" cy="355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Tool Repository</a:t>
            </a:r>
            <a:endParaRPr>
              <a:latin typeface="Calibri"/>
              <a:ea typeface="Calibri"/>
              <a:cs typeface="Calibri"/>
              <a:sym typeface="Calibri"/>
            </a:endParaRPr>
          </a:p>
        </p:txBody>
      </p:sp>
      <p:sp>
        <p:nvSpPr>
          <p:cNvPr id="993" name="Google Shape;993;p148"/>
          <p:cNvSpPr/>
          <p:nvPr/>
        </p:nvSpPr>
        <p:spPr>
          <a:xfrm>
            <a:off x="127769" y="4288390"/>
            <a:ext cx="6807600" cy="355200"/>
          </a:xfrm>
          <a:prstGeom prst="rect">
            <a:avLst/>
          </a:prstGeom>
          <a:solidFill>
            <a:srgbClr val="1C458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libri"/>
                <a:ea typeface="Calibri"/>
                <a:cs typeface="Calibri"/>
                <a:sym typeface="Calibri"/>
              </a:rPr>
              <a:t>Infrastructure Layer</a:t>
            </a:r>
            <a:endParaRPr>
              <a:solidFill>
                <a:schemeClr val="lt1"/>
              </a:solidFill>
              <a:latin typeface="Calibri"/>
              <a:ea typeface="Calibri"/>
              <a:cs typeface="Calibri"/>
              <a:sym typeface="Calibri"/>
            </a:endParaRPr>
          </a:p>
        </p:txBody>
      </p:sp>
      <p:sp>
        <p:nvSpPr>
          <p:cNvPr id="994" name="Google Shape;994;p148"/>
          <p:cNvSpPr/>
          <p:nvPr/>
        </p:nvSpPr>
        <p:spPr>
          <a:xfrm>
            <a:off x="127799" y="3042350"/>
            <a:ext cx="5045100" cy="355200"/>
          </a:xfrm>
          <a:prstGeom prst="rect">
            <a:avLst/>
          </a:prstGeom>
          <a:solidFill>
            <a:srgbClr val="F2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Calibri"/>
                <a:ea typeface="Calibri"/>
                <a:cs typeface="Calibri"/>
                <a:sym typeface="Calibri"/>
              </a:rPr>
              <a:t>AI Gateway (API for all - MCP and Tools for Interface Driven Agents)</a:t>
            </a:r>
            <a:endParaRPr>
              <a:solidFill>
                <a:schemeClr val="lt2"/>
              </a:solidFill>
              <a:latin typeface="Calibri"/>
              <a:ea typeface="Calibri"/>
              <a:cs typeface="Calibri"/>
              <a:sym typeface="Calibri"/>
            </a:endParaRPr>
          </a:p>
        </p:txBody>
      </p:sp>
      <p:sp>
        <p:nvSpPr>
          <p:cNvPr id="995" name="Google Shape;995;p148"/>
          <p:cNvSpPr/>
          <p:nvPr/>
        </p:nvSpPr>
        <p:spPr>
          <a:xfrm>
            <a:off x="6996125" y="2630492"/>
            <a:ext cx="996600" cy="862500"/>
          </a:xfrm>
          <a:prstGeom prst="rect">
            <a:avLst/>
          </a:prstGeom>
          <a:gradFill>
            <a:gsLst>
              <a:gs pos="0">
                <a:srgbClr val="DFEAFB"/>
              </a:gs>
              <a:gs pos="100000">
                <a:srgbClr val="6E9CE7"/>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AI Engineer</a:t>
            </a:r>
            <a:endParaRPr>
              <a:latin typeface="Calibri"/>
              <a:ea typeface="Calibri"/>
              <a:cs typeface="Calibri"/>
              <a:sym typeface="Calibri"/>
            </a:endParaRPr>
          </a:p>
        </p:txBody>
      </p:sp>
      <p:sp>
        <p:nvSpPr>
          <p:cNvPr id="996" name="Google Shape;996;p148"/>
          <p:cNvSpPr/>
          <p:nvPr/>
        </p:nvSpPr>
        <p:spPr>
          <a:xfrm>
            <a:off x="6996128" y="2218725"/>
            <a:ext cx="2050200" cy="35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Skill Depth</a:t>
            </a:r>
            <a:endParaRPr>
              <a:latin typeface="Calibri"/>
              <a:ea typeface="Calibri"/>
              <a:cs typeface="Calibri"/>
              <a:sym typeface="Calibri"/>
            </a:endParaRPr>
          </a:p>
        </p:txBody>
      </p:sp>
      <p:sp>
        <p:nvSpPr>
          <p:cNvPr id="997" name="Google Shape;997;p148"/>
          <p:cNvSpPr/>
          <p:nvPr/>
        </p:nvSpPr>
        <p:spPr>
          <a:xfrm>
            <a:off x="8053450" y="3063731"/>
            <a:ext cx="996600" cy="1579800"/>
          </a:xfrm>
          <a:prstGeom prst="rect">
            <a:avLst/>
          </a:prstGeom>
          <a:gradFill>
            <a:gsLst>
              <a:gs pos="0">
                <a:srgbClr val="DFEAFB"/>
              </a:gs>
              <a:gs pos="100000">
                <a:srgbClr val="6E9CE7"/>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Developer</a:t>
            </a:r>
            <a:endParaRPr>
              <a:latin typeface="Calibri"/>
              <a:ea typeface="Calibri"/>
              <a:cs typeface="Calibri"/>
              <a:sym typeface="Calibri"/>
            </a:endParaRPr>
          </a:p>
        </p:txBody>
      </p:sp>
      <p:sp>
        <p:nvSpPr>
          <p:cNvPr id="998" name="Google Shape;998;p148"/>
          <p:cNvSpPr/>
          <p:nvPr/>
        </p:nvSpPr>
        <p:spPr>
          <a:xfrm>
            <a:off x="6719900" y="2467938"/>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999" name="Google Shape;999;p148"/>
          <p:cNvSpPr/>
          <p:nvPr/>
        </p:nvSpPr>
        <p:spPr>
          <a:xfrm>
            <a:off x="1519650" y="3313063"/>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00" name="Google Shape;1000;p148"/>
          <p:cNvSpPr/>
          <p:nvPr/>
        </p:nvSpPr>
        <p:spPr>
          <a:xfrm>
            <a:off x="7829300" y="2690575"/>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1C232"/>
                </a:solidFill>
                <a:latin typeface="Calibri"/>
                <a:ea typeface="Calibri"/>
                <a:cs typeface="Calibri"/>
                <a:sym typeface="Calibri"/>
              </a:rPr>
              <a:t>c</a:t>
            </a:r>
            <a:endParaRPr>
              <a:solidFill>
                <a:srgbClr val="F1C232"/>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49"/>
          <p:cNvSpPr txBox="1"/>
          <p:nvPr>
            <p:ph type="title"/>
          </p:nvPr>
        </p:nvSpPr>
        <p:spPr>
          <a:xfrm>
            <a:off x="807439" y="369931"/>
            <a:ext cx="59241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Skill: Testing - Ability in One thing</a:t>
            </a:r>
            <a:endParaRPr sz="1700">
              <a:latin typeface="Arial"/>
              <a:ea typeface="Arial"/>
              <a:cs typeface="Arial"/>
              <a:sym typeface="Arial"/>
            </a:endParaRPr>
          </a:p>
        </p:txBody>
      </p:sp>
      <p:sp>
        <p:nvSpPr>
          <p:cNvPr id="1006" name="Google Shape;1006;p149"/>
          <p:cNvSpPr txBox="1"/>
          <p:nvPr/>
        </p:nvSpPr>
        <p:spPr>
          <a:xfrm>
            <a:off x="452700" y="683375"/>
            <a:ext cx="8238600" cy="148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50">
                <a:solidFill>
                  <a:srgbClr val="0E0E0E"/>
                </a:solidFill>
              </a:rPr>
              <a:t>Tool Use Case: Testing with process wrapping including RAG to ease adoption barriers and AI process gaps </a:t>
            </a:r>
            <a:endParaRPr sz="1250">
              <a:solidFill>
                <a:srgbClr val="0E0E0E"/>
              </a:solidFill>
            </a:endParaRPr>
          </a:p>
          <a:p>
            <a:pPr indent="-307975" lvl="0" marL="457200" rtl="0" algn="l">
              <a:lnSpc>
                <a:spcPct val="115000"/>
              </a:lnSpc>
              <a:spcBef>
                <a:spcPts val="0"/>
              </a:spcBef>
              <a:spcAft>
                <a:spcPts val="0"/>
              </a:spcAft>
              <a:buClr>
                <a:srgbClr val="0E0E0E"/>
              </a:buClr>
              <a:buSzPts val="1250"/>
              <a:buChar char="●"/>
            </a:pPr>
            <a:r>
              <a:rPr lang="en" sz="1250">
                <a:solidFill>
                  <a:srgbClr val="0E0E0E"/>
                </a:solidFill>
              </a:rPr>
              <a:t>CodeRabbit - Similar results with just a coding tool if testing process is established</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Provides structure for AI interaction where no process or skill set exists for AI first tool agnostic testing. Standards and repeatability. </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Easy to learn and use interface for exposure to AI</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Testing outcomes will likely far underperform selling point due to frontier technical limitations/maturity</a:t>
            </a:r>
            <a:endParaRPr sz="1250">
              <a:solidFill>
                <a:srgbClr val="0E0E0E"/>
              </a:solidFill>
            </a:endParaRPr>
          </a:p>
        </p:txBody>
      </p:sp>
      <p:sp>
        <p:nvSpPr>
          <p:cNvPr id="1007" name="Google Shape;1007;p149"/>
          <p:cNvSpPr/>
          <p:nvPr/>
        </p:nvSpPr>
        <p:spPr>
          <a:xfrm>
            <a:off x="127769" y="2218725"/>
            <a:ext cx="6807600" cy="35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Everyone is a Design Engineer</a:t>
            </a:r>
            <a:endParaRPr>
              <a:latin typeface="Calibri"/>
              <a:ea typeface="Calibri"/>
              <a:cs typeface="Calibri"/>
              <a:sym typeface="Calibri"/>
            </a:endParaRPr>
          </a:p>
        </p:txBody>
      </p:sp>
      <p:sp>
        <p:nvSpPr>
          <p:cNvPr id="1008" name="Google Shape;1008;p149"/>
          <p:cNvSpPr/>
          <p:nvPr/>
        </p:nvSpPr>
        <p:spPr>
          <a:xfrm>
            <a:off x="127760" y="2630538"/>
            <a:ext cx="6807600" cy="3552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Interface (choice of options, tool agnostic, interchangeable)</a:t>
            </a:r>
            <a:endParaRPr>
              <a:latin typeface="Calibri"/>
              <a:ea typeface="Calibri"/>
              <a:cs typeface="Calibri"/>
              <a:sym typeface="Calibri"/>
            </a:endParaRPr>
          </a:p>
        </p:txBody>
      </p:sp>
      <p:sp>
        <p:nvSpPr>
          <p:cNvPr id="1009" name="Google Shape;1009;p149"/>
          <p:cNvSpPr/>
          <p:nvPr/>
        </p:nvSpPr>
        <p:spPr>
          <a:xfrm>
            <a:off x="5309850" y="3042364"/>
            <a:ext cx="1625400" cy="7671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Custom Agents</a:t>
            </a:r>
            <a:endParaRPr>
              <a:latin typeface="Calibri"/>
              <a:ea typeface="Calibri"/>
              <a:cs typeface="Calibri"/>
              <a:sym typeface="Calibri"/>
            </a:endParaRPr>
          </a:p>
        </p:txBody>
      </p:sp>
      <p:sp>
        <p:nvSpPr>
          <p:cNvPr id="1010" name="Google Shape;1010;p149"/>
          <p:cNvSpPr/>
          <p:nvPr/>
        </p:nvSpPr>
        <p:spPr>
          <a:xfrm>
            <a:off x="3547533"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Code/Testing Agent</a:t>
            </a:r>
            <a:endParaRPr>
              <a:latin typeface="Calibri"/>
              <a:ea typeface="Calibri"/>
              <a:cs typeface="Calibri"/>
              <a:sym typeface="Calibri"/>
            </a:endParaRPr>
          </a:p>
        </p:txBody>
      </p:sp>
      <p:sp>
        <p:nvSpPr>
          <p:cNvPr id="1011" name="Google Shape;1011;p149"/>
          <p:cNvSpPr/>
          <p:nvPr/>
        </p:nvSpPr>
        <p:spPr>
          <a:xfrm>
            <a:off x="127750"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Product Agent</a:t>
            </a:r>
            <a:endParaRPr>
              <a:latin typeface="Calibri"/>
              <a:ea typeface="Calibri"/>
              <a:cs typeface="Calibri"/>
              <a:sym typeface="Calibri"/>
            </a:endParaRPr>
          </a:p>
        </p:txBody>
      </p:sp>
      <p:sp>
        <p:nvSpPr>
          <p:cNvPr id="1012" name="Google Shape;1012;p149"/>
          <p:cNvSpPr/>
          <p:nvPr/>
        </p:nvSpPr>
        <p:spPr>
          <a:xfrm>
            <a:off x="1837648"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Architecture Agent</a:t>
            </a:r>
            <a:endParaRPr>
              <a:latin typeface="Calibri"/>
              <a:ea typeface="Calibri"/>
              <a:cs typeface="Calibri"/>
              <a:sym typeface="Calibri"/>
            </a:endParaRPr>
          </a:p>
        </p:txBody>
      </p:sp>
      <p:sp>
        <p:nvSpPr>
          <p:cNvPr id="1013" name="Google Shape;1013;p149"/>
          <p:cNvSpPr/>
          <p:nvPr/>
        </p:nvSpPr>
        <p:spPr>
          <a:xfrm>
            <a:off x="127779" y="3887177"/>
            <a:ext cx="6807600" cy="355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Tool Repository</a:t>
            </a:r>
            <a:endParaRPr>
              <a:latin typeface="Calibri"/>
              <a:ea typeface="Calibri"/>
              <a:cs typeface="Calibri"/>
              <a:sym typeface="Calibri"/>
            </a:endParaRPr>
          </a:p>
        </p:txBody>
      </p:sp>
      <p:sp>
        <p:nvSpPr>
          <p:cNvPr id="1014" name="Google Shape;1014;p149"/>
          <p:cNvSpPr/>
          <p:nvPr/>
        </p:nvSpPr>
        <p:spPr>
          <a:xfrm>
            <a:off x="127769" y="4288390"/>
            <a:ext cx="6807600" cy="355200"/>
          </a:xfrm>
          <a:prstGeom prst="rect">
            <a:avLst/>
          </a:prstGeom>
          <a:solidFill>
            <a:srgbClr val="1C458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libri"/>
                <a:ea typeface="Calibri"/>
                <a:cs typeface="Calibri"/>
                <a:sym typeface="Calibri"/>
              </a:rPr>
              <a:t>Infrastructure Layer</a:t>
            </a:r>
            <a:endParaRPr>
              <a:solidFill>
                <a:schemeClr val="lt1"/>
              </a:solidFill>
              <a:latin typeface="Calibri"/>
              <a:ea typeface="Calibri"/>
              <a:cs typeface="Calibri"/>
              <a:sym typeface="Calibri"/>
            </a:endParaRPr>
          </a:p>
        </p:txBody>
      </p:sp>
      <p:sp>
        <p:nvSpPr>
          <p:cNvPr id="1015" name="Google Shape;1015;p149"/>
          <p:cNvSpPr/>
          <p:nvPr/>
        </p:nvSpPr>
        <p:spPr>
          <a:xfrm>
            <a:off x="127799" y="3042350"/>
            <a:ext cx="5045100" cy="355200"/>
          </a:xfrm>
          <a:prstGeom prst="rect">
            <a:avLst/>
          </a:prstGeom>
          <a:solidFill>
            <a:srgbClr val="F2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Calibri"/>
                <a:ea typeface="Calibri"/>
                <a:cs typeface="Calibri"/>
                <a:sym typeface="Calibri"/>
              </a:rPr>
              <a:t>AI Gateway (API for all - MCP and Tools for Interface Driven Agents)</a:t>
            </a:r>
            <a:endParaRPr>
              <a:solidFill>
                <a:schemeClr val="lt2"/>
              </a:solidFill>
              <a:latin typeface="Calibri"/>
              <a:ea typeface="Calibri"/>
              <a:cs typeface="Calibri"/>
              <a:sym typeface="Calibri"/>
            </a:endParaRPr>
          </a:p>
        </p:txBody>
      </p:sp>
      <p:sp>
        <p:nvSpPr>
          <p:cNvPr id="1016" name="Google Shape;1016;p149"/>
          <p:cNvSpPr/>
          <p:nvPr/>
        </p:nvSpPr>
        <p:spPr>
          <a:xfrm>
            <a:off x="6996128" y="2630538"/>
            <a:ext cx="996600" cy="1579800"/>
          </a:xfrm>
          <a:prstGeom prst="rect">
            <a:avLst/>
          </a:prstGeom>
          <a:gradFill>
            <a:gsLst>
              <a:gs pos="0">
                <a:srgbClr val="DFEAFB"/>
              </a:gs>
              <a:gs pos="100000">
                <a:srgbClr val="6E9CE7"/>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AI Engineer</a:t>
            </a:r>
            <a:endParaRPr>
              <a:latin typeface="Calibri"/>
              <a:ea typeface="Calibri"/>
              <a:cs typeface="Calibri"/>
              <a:sym typeface="Calibri"/>
            </a:endParaRPr>
          </a:p>
        </p:txBody>
      </p:sp>
      <p:sp>
        <p:nvSpPr>
          <p:cNvPr id="1017" name="Google Shape;1017;p149"/>
          <p:cNvSpPr/>
          <p:nvPr/>
        </p:nvSpPr>
        <p:spPr>
          <a:xfrm>
            <a:off x="6996128" y="2218725"/>
            <a:ext cx="2050200" cy="35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Skill Depth</a:t>
            </a:r>
            <a:endParaRPr>
              <a:latin typeface="Calibri"/>
              <a:ea typeface="Calibri"/>
              <a:cs typeface="Calibri"/>
              <a:sym typeface="Calibri"/>
            </a:endParaRPr>
          </a:p>
        </p:txBody>
      </p:sp>
      <p:sp>
        <p:nvSpPr>
          <p:cNvPr id="1018" name="Google Shape;1018;p149"/>
          <p:cNvSpPr/>
          <p:nvPr/>
        </p:nvSpPr>
        <p:spPr>
          <a:xfrm>
            <a:off x="8053450" y="3063731"/>
            <a:ext cx="996600" cy="1579800"/>
          </a:xfrm>
          <a:prstGeom prst="rect">
            <a:avLst/>
          </a:prstGeom>
          <a:gradFill>
            <a:gsLst>
              <a:gs pos="0">
                <a:srgbClr val="DFEAFB"/>
              </a:gs>
              <a:gs pos="100000">
                <a:srgbClr val="6E9CE7"/>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Developer</a:t>
            </a:r>
            <a:endParaRPr>
              <a:latin typeface="Calibri"/>
              <a:ea typeface="Calibri"/>
              <a:cs typeface="Calibri"/>
              <a:sym typeface="Calibri"/>
            </a:endParaRPr>
          </a:p>
        </p:txBody>
      </p:sp>
      <p:sp>
        <p:nvSpPr>
          <p:cNvPr id="1019" name="Google Shape;1019;p149"/>
          <p:cNvSpPr/>
          <p:nvPr/>
        </p:nvSpPr>
        <p:spPr>
          <a:xfrm>
            <a:off x="6719900" y="2467938"/>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20" name="Google Shape;1020;p149"/>
          <p:cNvSpPr/>
          <p:nvPr/>
        </p:nvSpPr>
        <p:spPr>
          <a:xfrm>
            <a:off x="4991850" y="3273863"/>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21" name="Google Shape;1021;p149"/>
          <p:cNvSpPr/>
          <p:nvPr/>
        </p:nvSpPr>
        <p:spPr>
          <a:xfrm>
            <a:off x="7862225" y="2985750"/>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1C232"/>
                </a:solidFill>
                <a:latin typeface="Calibri"/>
                <a:ea typeface="Calibri"/>
                <a:cs typeface="Calibri"/>
                <a:sym typeface="Calibri"/>
              </a:rPr>
              <a:t>c</a:t>
            </a:r>
            <a:endParaRPr>
              <a:solidFill>
                <a:srgbClr val="F1C232"/>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150"/>
          <p:cNvSpPr/>
          <p:nvPr/>
        </p:nvSpPr>
        <p:spPr>
          <a:xfrm>
            <a:off x="127769" y="2218725"/>
            <a:ext cx="6807600" cy="35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Everyone is a Design Engineer</a:t>
            </a:r>
            <a:endParaRPr>
              <a:latin typeface="Calibri"/>
              <a:ea typeface="Calibri"/>
              <a:cs typeface="Calibri"/>
              <a:sym typeface="Calibri"/>
            </a:endParaRPr>
          </a:p>
        </p:txBody>
      </p:sp>
      <p:sp>
        <p:nvSpPr>
          <p:cNvPr id="1027" name="Google Shape;1027;p150"/>
          <p:cNvSpPr/>
          <p:nvPr/>
        </p:nvSpPr>
        <p:spPr>
          <a:xfrm>
            <a:off x="127760" y="2630538"/>
            <a:ext cx="6807600" cy="3552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Interface (choice of options, tool agnostic, interchangeable)</a:t>
            </a:r>
            <a:endParaRPr>
              <a:latin typeface="Calibri"/>
              <a:ea typeface="Calibri"/>
              <a:cs typeface="Calibri"/>
              <a:sym typeface="Calibri"/>
            </a:endParaRPr>
          </a:p>
        </p:txBody>
      </p:sp>
      <p:sp>
        <p:nvSpPr>
          <p:cNvPr id="1028" name="Google Shape;1028;p150"/>
          <p:cNvSpPr/>
          <p:nvPr/>
        </p:nvSpPr>
        <p:spPr>
          <a:xfrm>
            <a:off x="5309850" y="3042363"/>
            <a:ext cx="1625400" cy="7671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Custom Agents</a:t>
            </a:r>
            <a:endParaRPr>
              <a:latin typeface="Calibri"/>
              <a:ea typeface="Calibri"/>
              <a:cs typeface="Calibri"/>
              <a:sym typeface="Calibri"/>
            </a:endParaRPr>
          </a:p>
        </p:txBody>
      </p:sp>
      <p:sp>
        <p:nvSpPr>
          <p:cNvPr id="1029" name="Google Shape;1029;p150"/>
          <p:cNvSpPr/>
          <p:nvPr/>
        </p:nvSpPr>
        <p:spPr>
          <a:xfrm>
            <a:off x="3547533"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Code/Testing Agent</a:t>
            </a:r>
            <a:endParaRPr>
              <a:latin typeface="Calibri"/>
              <a:ea typeface="Calibri"/>
              <a:cs typeface="Calibri"/>
              <a:sym typeface="Calibri"/>
            </a:endParaRPr>
          </a:p>
        </p:txBody>
      </p:sp>
      <p:sp>
        <p:nvSpPr>
          <p:cNvPr id="1030" name="Google Shape;1030;p150"/>
          <p:cNvSpPr/>
          <p:nvPr/>
        </p:nvSpPr>
        <p:spPr>
          <a:xfrm>
            <a:off x="127750"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Product Agent</a:t>
            </a:r>
            <a:endParaRPr>
              <a:latin typeface="Calibri"/>
              <a:ea typeface="Calibri"/>
              <a:cs typeface="Calibri"/>
              <a:sym typeface="Calibri"/>
            </a:endParaRPr>
          </a:p>
        </p:txBody>
      </p:sp>
      <p:sp>
        <p:nvSpPr>
          <p:cNvPr id="1031" name="Google Shape;1031;p150"/>
          <p:cNvSpPr/>
          <p:nvPr/>
        </p:nvSpPr>
        <p:spPr>
          <a:xfrm>
            <a:off x="1837648"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Architecture Agent</a:t>
            </a:r>
            <a:endParaRPr>
              <a:latin typeface="Calibri"/>
              <a:ea typeface="Calibri"/>
              <a:cs typeface="Calibri"/>
              <a:sym typeface="Calibri"/>
            </a:endParaRPr>
          </a:p>
        </p:txBody>
      </p:sp>
      <p:sp>
        <p:nvSpPr>
          <p:cNvPr id="1032" name="Google Shape;1032;p150"/>
          <p:cNvSpPr/>
          <p:nvPr/>
        </p:nvSpPr>
        <p:spPr>
          <a:xfrm>
            <a:off x="127779" y="3887177"/>
            <a:ext cx="6807600" cy="355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Tool Repository</a:t>
            </a:r>
            <a:endParaRPr>
              <a:latin typeface="Calibri"/>
              <a:ea typeface="Calibri"/>
              <a:cs typeface="Calibri"/>
              <a:sym typeface="Calibri"/>
            </a:endParaRPr>
          </a:p>
        </p:txBody>
      </p:sp>
      <p:sp>
        <p:nvSpPr>
          <p:cNvPr id="1033" name="Google Shape;1033;p150"/>
          <p:cNvSpPr/>
          <p:nvPr/>
        </p:nvSpPr>
        <p:spPr>
          <a:xfrm>
            <a:off x="127769" y="4288390"/>
            <a:ext cx="6807600" cy="355200"/>
          </a:xfrm>
          <a:prstGeom prst="rect">
            <a:avLst/>
          </a:prstGeom>
          <a:solidFill>
            <a:srgbClr val="1C458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libri"/>
                <a:ea typeface="Calibri"/>
                <a:cs typeface="Calibri"/>
                <a:sym typeface="Calibri"/>
              </a:rPr>
              <a:t>Infrastructure Layer</a:t>
            </a:r>
            <a:endParaRPr>
              <a:solidFill>
                <a:schemeClr val="lt1"/>
              </a:solidFill>
              <a:latin typeface="Calibri"/>
              <a:ea typeface="Calibri"/>
              <a:cs typeface="Calibri"/>
              <a:sym typeface="Calibri"/>
            </a:endParaRPr>
          </a:p>
        </p:txBody>
      </p:sp>
      <p:sp>
        <p:nvSpPr>
          <p:cNvPr id="1034" name="Google Shape;1034;p150"/>
          <p:cNvSpPr/>
          <p:nvPr/>
        </p:nvSpPr>
        <p:spPr>
          <a:xfrm>
            <a:off x="127799" y="3042350"/>
            <a:ext cx="5045100" cy="355200"/>
          </a:xfrm>
          <a:prstGeom prst="rect">
            <a:avLst/>
          </a:prstGeom>
          <a:solidFill>
            <a:srgbClr val="F2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Calibri"/>
                <a:ea typeface="Calibri"/>
                <a:cs typeface="Calibri"/>
                <a:sym typeface="Calibri"/>
              </a:rPr>
              <a:t>AI Gateway (API for all - MCP and Tools for Interface Driven Agents)</a:t>
            </a:r>
            <a:endParaRPr>
              <a:solidFill>
                <a:schemeClr val="lt2"/>
              </a:solidFill>
              <a:latin typeface="Calibri"/>
              <a:ea typeface="Calibri"/>
              <a:cs typeface="Calibri"/>
              <a:sym typeface="Calibri"/>
            </a:endParaRPr>
          </a:p>
        </p:txBody>
      </p:sp>
      <p:sp>
        <p:nvSpPr>
          <p:cNvPr id="1035" name="Google Shape;1035;p150"/>
          <p:cNvSpPr/>
          <p:nvPr/>
        </p:nvSpPr>
        <p:spPr>
          <a:xfrm>
            <a:off x="6996128" y="2630538"/>
            <a:ext cx="996600" cy="1579800"/>
          </a:xfrm>
          <a:prstGeom prst="rect">
            <a:avLst/>
          </a:prstGeom>
          <a:gradFill>
            <a:gsLst>
              <a:gs pos="0">
                <a:srgbClr val="DFEAFB"/>
              </a:gs>
              <a:gs pos="100000">
                <a:srgbClr val="6E9CE7"/>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AI Engineer</a:t>
            </a:r>
            <a:endParaRPr>
              <a:latin typeface="Calibri"/>
              <a:ea typeface="Calibri"/>
              <a:cs typeface="Calibri"/>
              <a:sym typeface="Calibri"/>
            </a:endParaRPr>
          </a:p>
        </p:txBody>
      </p:sp>
      <p:sp>
        <p:nvSpPr>
          <p:cNvPr id="1036" name="Google Shape;1036;p150"/>
          <p:cNvSpPr/>
          <p:nvPr/>
        </p:nvSpPr>
        <p:spPr>
          <a:xfrm>
            <a:off x="6996128" y="2218725"/>
            <a:ext cx="2050200" cy="35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Skill Depth</a:t>
            </a:r>
            <a:endParaRPr>
              <a:latin typeface="Calibri"/>
              <a:ea typeface="Calibri"/>
              <a:cs typeface="Calibri"/>
              <a:sym typeface="Calibri"/>
            </a:endParaRPr>
          </a:p>
        </p:txBody>
      </p:sp>
      <p:sp>
        <p:nvSpPr>
          <p:cNvPr id="1037" name="Google Shape;1037;p150"/>
          <p:cNvSpPr/>
          <p:nvPr/>
        </p:nvSpPr>
        <p:spPr>
          <a:xfrm>
            <a:off x="8053450" y="3063731"/>
            <a:ext cx="996600" cy="1579800"/>
          </a:xfrm>
          <a:prstGeom prst="rect">
            <a:avLst/>
          </a:prstGeom>
          <a:gradFill>
            <a:gsLst>
              <a:gs pos="0">
                <a:srgbClr val="DFEAFB"/>
              </a:gs>
              <a:gs pos="100000">
                <a:srgbClr val="6E9CE7"/>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Developer</a:t>
            </a:r>
            <a:endParaRPr>
              <a:latin typeface="Calibri"/>
              <a:ea typeface="Calibri"/>
              <a:cs typeface="Calibri"/>
              <a:sym typeface="Calibri"/>
            </a:endParaRPr>
          </a:p>
        </p:txBody>
      </p:sp>
      <p:sp>
        <p:nvSpPr>
          <p:cNvPr id="1038" name="Google Shape;1038;p150"/>
          <p:cNvSpPr/>
          <p:nvPr/>
        </p:nvSpPr>
        <p:spPr>
          <a:xfrm>
            <a:off x="6719900" y="2467938"/>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39" name="Google Shape;1039;p150"/>
          <p:cNvSpPr/>
          <p:nvPr/>
        </p:nvSpPr>
        <p:spPr>
          <a:xfrm>
            <a:off x="4991850" y="3273863"/>
            <a:ext cx="318000" cy="325200"/>
          </a:xfrm>
          <a:prstGeom prst="star5">
            <a:avLst>
              <a:gd fmla="val 19098" name="adj"/>
              <a:gd fmla="val 105146" name="hf"/>
              <a:gd fmla="val 110557" name="vf"/>
            </a:avLst>
          </a:prstGeom>
          <a:gradFill>
            <a:gsLst>
              <a:gs pos="0">
                <a:srgbClr val="FFF6DB"/>
              </a:gs>
              <a:gs pos="100000">
                <a:srgbClr val="FAD15C"/>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40" name="Google Shape;1040;p150"/>
          <p:cNvSpPr txBox="1"/>
          <p:nvPr/>
        </p:nvSpPr>
        <p:spPr>
          <a:xfrm>
            <a:off x="452700" y="735225"/>
            <a:ext cx="8238600" cy="148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50">
                <a:solidFill>
                  <a:srgbClr val="0E0E0E"/>
                </a:solidFill>
              </a:rPr>
              <a:t>Tool Use Case: UI to make code more accessible with familiar chat interface and graphical structure</a:t>
            </a:r>
            <a:endParaRPr sz="1250">
              <a:solidFill>
                <a:srgbClr val="0E0E0E"/>
              </a:solidFill>
            </a:endParaRPr>
          </a:p>
          <a:p>
            <a:pPr indent="-307975" lvl="0" marL="457200" rtl="0" algn="l">
              <a:lnSpc>
                <a:spcPct val="115000"/>
              </a:lnSpc>
              <a:spcBef>
                <a:spcPts val="0"/>
              </a:spcBef>
              <a:spcAft>
                <a:spcPts val="0"/>
              </a:spcAft>
              <a:buClr>
                <a:srgbClr val="0E0E0E"/>
              </a:buClr>
              <a:buSzPts val="1250"/>
              <a:buChar char="●"/>
            </a:pPr>
            <a:r>
              <a:rPr lang="en" sz="1250">
                <a:solidFill>
                  <a:srgbClr val="0E0E0E"/>
                </a:solidFill>
              </a:rPr>
              <a:t>Copilot, Cursor</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Has the ability to create limited custom agents and align with tool reporistories</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Relatively inexpensive with risk of price increases</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Limited full “YOLO” vibe coding with increased guardrails when compared to claude code</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Has access to multiple models making it ideal to combine with an AI first tool</a:t>
            </a:r>
            <a:endParaRPr sz="1250">
              <a:solidFill>
                <a:srgbClr val="0E0E0E"/>
              </a:solidFill>
            </a:endParaRPr>
          </a:p>
        </p:txBody>
      </p:sp>
      <p:sp>
        <p:nvSpPr>
          <p:cNvPr id="1041" name="Google Shape;1041;p150"/>
          <p:cNvSpPr txBox="1"/>
          <p:nvPr>
            <p:ph type="title"/>
          </p:nvPr>
        </p:nvSpPr>
        <p:spPr>
          <a:xfrm>
            <a:off x="807451" y="369925"/>
            <a:ext cx="66777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Skill: Development With AI Assistance - Ability in Most Things</a:t>
            </a:r>
            <a:endParaRPr b="0" sz="1400"/>
          </a:p>
        </p:txBody>
      </p:sp>
      <p:sp>
        <p:nvSpPr>
          <p:cNvPr id="1042" name="Google Shape;1042;p150"/>
          <p:cNvSpPr/>
          <p:nvPr/>
        </p:nvSpPr>
        <p:spPr>
          <a:xfrm>
            <a:off x="3213500" y="3273863"/>
            <a:ext cx="318000" cy="325200"/>
          </a:xfrm>
          <a:prstGeom prst="star5">
            <a:avLst>
              <a:gd fmla="val 19098" name="adj"/>
              <a:gd fmla="val 105146" name="hf"/>
              <a:gd fmla="val 110557" name="vf"/>
            </a:avLst>
          </a:prstGeom>
          <a:gradFill>
            <a:gsLst>
              <a:gs pos="0">
                <a:srgbClr val="FFF6DB"/>
              </a:gs>
              <a:gs pos="100000">
                <a:srgbClr val="FAD15C"/>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43" name="Google Shape;1043;p150"/>
          <p:cNvSpPr/>
          <p:nvPr/>
        </p:nvSpPr>
        <p:spPr>
          <a:xfrm>
            <a:off x="6719900" y="2890350"/>
            <a:ext cx="318000" cy="325200"/>
          </a:xfrm>
          <a:prstGeom prst="star5">
            <a:avLst>
              <a:gd fmla="val 19098" name="adj"/>
              <a:gd fmla="val 105146" name="hf"/>
              <a:gd fmla="val 110557" name="vf"/>
            </a:avLst>
          </a:prstGeom>
          <a:gradFill>
            <a:gsLst>
              <a:gs pos="0">
                <a:srgbClr val="FFF6DB"/>
              </a:gs>
              <a:gs pos="100000">
                <a:srgbClr val="FAD15C"/>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44" name="Google Shape;1044;p150"/>
          <p:cNvSpPr/>
          <p:nvPr/>
        </p:nvSpPr>
        <p:spPr>
          <a:xfrm>
            <a:off x="1519650" y="3273863"/>
            <a:ext cx="318000" cy="325200"/>
          </a:xfrm>
          <a:prstGeom prst="star5">
            <a:avLst>
              <a:gd fmla="val 19098" name="adj"/>
              <a:gd fmla="val 105146" name="hf"/>
              <a:gd fmla="val 110557" name="vf"/>
            </a:avLst>
          </a:prstGeom>
          <a:gradFill>
            <a:gsLst>
              <a:gs pos="0">
                <a:srgbClr val="FFF6DB"/>
              </a:gs>
              <a:gs pos="100000">
                <a:srgbClr val="FAD15C"/>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45" name="Google Shape;1045;p150"/>
          <p:cNvSpPr/>
          <p:nvPr/>
        </p:nvSpPr>
        <p:spPr>
          <a:xfrm>
            <a:off x="6719900" y="3760738"/>
            <a:ext cx="318000" cy="325200"/>
          </a:xfrm>
          <a:prstGeom prst="star5">
            <a:avLst>
              <a:gd fmla="val 19098" name="adj"/>
              <a:gd fmla="val 105146" name="hf"/>
              <a:gd fmla="val 110557" name="vf"/>
            </a:avLst>
          </a:prstGeom>
          <a:gradFill>
            <a:gsLst>
              <a:gs pos="0">
                <a:srgbClr val="FFF6DB"/>
              </a:gs>
              <a:gs pos="100000">
                <a:srgbClr val="FAD15C"/>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46" name="Google Shape;1046;p150"/>
          <p:cNvSpPr/>
          <p:nvPr/>
        </p:nvSpPr>
        <p:spPr>
          <a:xfrm>
            <a:off x="7862225" y="3397550"/>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1C232"/>
                </a:solidFill>
                <a:latin typeface="Calibri"/>
                <a:ea typeface="Calibri"/>
                <a:cs typeface="Calibri"/>
                <a:sym typeface="Calibri"/>
              </a:rPr>
              <a:t>c</a:t>
            </a:r>
            <a:endParaRPr>
              <a:solidFill>
                <a:srgbClr val="F1C232"/>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151"/>
          <p:cNvSpPr/>
          <p:nvPr/>
        </p:nvSpPr>
        <p:spPr>
          <a:xfrm>
            <a:off x="127769" y="2218725"/>
            <a:ext cx="6807600" cy="35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Everyone is a Design Engineer</a:t>
            </a:r>
            <a:endParaRPr>
              <a:latin typeface="Calibri"/>
              <a:ea typeface="Calibri"/>
              <a:cs typeface="Calibri"/>
              <a:sym typeface="Calibri"/>
            </a:endParaRPr>
          </a:p>
        </p:txBody>
      </p:sp>
      <p:sp>
        <p:nvSpPr>
          <p:cNvPr id="1052" name="Google Shape;1052;p151"/>
          <p:cNvSpPr/>
          <p:nvPr/>
        </p:nvSpPr>
        <p:spPr>
          <a:xfrm>
            <a:off x="127760" y="2630538"/>
            <a:ext cx="6807600" cy="3552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Interface (choice of options, tool agnostic, interchangeable)</a:t>
            </a:r>
            <a:endParaRPr>
              <a:latin typeface="Calibri"/>
              <a:ea typeface="Calibri"/>
              <a:cs typeface="Calibri"/>
              <a:sym typeface="Calibri"/>
            </a:endParaRPr>
          </a:p>
        </p:txBody>
      </p:sp>
      <p:sp>
        <p:nvSpPr>
          <p:cNvPr id="1053" name="Google Shape;1053;p151"/>
          <p:cNvSpPr/>
          <p:nvPr/>
        </p:nvSpPr>
        <p:spPr>
          <a:xfrm>
            <a:off x="5309850" y="3042363"/>
            <a:ext cx="1625400" cy="7671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Custom Agents</a:t>
            </a:r>
            <a:endParaRPr>
              <a:latin typeface="Calibri"/>
              <a:ea typeface="Calibri"/>
              <a:cs typeface="Calibri"/>
              <a:sym typeface="Calibri"/>
            </a:endParaRPr>
          </a:p>
        </p:txBody>
      </p:sp>
      <p:sp>
        <p:nvSpPr>
          <p:cNvPr id="1054" name="Google Shape;1054;p151"/>
          <p:cNvSpPr/>
          <p:nvPr/>
        </p:nvSpPr>
        <p:spPr>
          <a:xfrm>
            <a:off x="3547533"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Code/Testing Agent</a:t>
            </a:r>
            <a:endParaRPr>
              <a:latin typeface="Calibri"/>
              <a:ea typeface="Calibri"/>
              <a:cs typeface="Calibri"/>
              <a:sym typeface="Calibri"/>
            </a:endParaRPr>
          </a:p>
        </p:txBody>
      </p:sp>
      <p:sp>
        <p:nvSpPr>
          <p:cNvPr id="1055" name="Google Shape;1055;p151"/>
          <p:cNvSpPr/>
          <p:nvPr/>
        </p:nvSpPr>
        <p:spPr>
          <a:xfrm>
            <a:off x="127750"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Product Agent</a:t>
            </a:r>
            <a:endParaRPr>
              <a:latin typeface="Calibri"/>
              <a:ea typeface="Calibri"/>
              <a:cs typeface="Calibri"/>
              <a:sym typeface="Calibri"/>
            </a:endParaRPr>
          </a:p>
        </p:txBody>
      </p:sp>
      <p:sp>
        <p:nvSpPr>
          <p:cNvPr id="1056" name="Google Shape;1056;p151"/>
          <p:cNvSpPr/>
          <p:nvPr/>
        </p:nvSpPr>
        <p:spPr>
          <a:xfrm>
            <a:off x="1837648" y="3454164"/>
            <a:ext cx="1625400" cy="3552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Architecture Agent</a:t>
            </a:r>
            <a:endParaRPr>
              <a:latin typeface="Calibri"/>
              <a:ea typeface="Calibri"/>
              <a:cs typeface="Calibri"/>
              <a:sym typeface="Calibri"/>
            </a:endParaRPr>
          </a:p>
        </p:txBody>
      </p:sp>
      <p:sp>
        <p:nvSpPr>
          <p:cNvPr id="1057" name="Google Shape;1057;p151"/>
          <p:cNvSpPr/>
          <p:nvPr/>
        </p:nvSpPr>
        <p:spPr>
          <a:xfrm>
            <a:off x="127779" y="3887177"/>
            <a:ext cx="6807600" cy="355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Tool Repository</a:t>
            </a:r>
            <a:endParaRPr>
              <a:latin typeface="Calibri"/>
              <a:ea typeface="Calibri"/>
              <a:cs typeface="Calibri"/>
              <a:sym typeface="Calibri"/>
            </a:endParaRPr>
          </a:p>
        </p:txBody>
      </p:sp>
      <p:sp>
        <p:nvSpPr>
          <p:cNvPr id="1058" name="Google Shape;1058;p151"/>
          <p:cNvSpPr/>
          <p:nvPr/>
        </p:nvSpPr>
        <p:spPr>
          <a:xfrm>
            <a:off x="127769" y="4288390"/>
            <a:ext cx="6807600" cy="355200"/>
          </a:xfrm>
          <a:prstGeom prst="rect">
            <a:avLst/>
          </a:prstGeom>
          <a:solidFill>
            <a:srgbClr val="1C458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Calibri"/>
                <a:ea typeface="Calibri"/>
                <a:cs typeface="Calibri"/>
                <a:sym typeface="Calibri"/>
              </a:rPr>
              <a:t>Infrastructure Layer</a:t>
            </a:r>
            <a:endParaRPr>
              <a:solidFill>
                <a:schemeClr val="lt1"/>
              </a:solidFill>
              <a:latin typeface="Calibri"/>
              <a:ea typeface="Calibri"/>
              <a:cs typeface="Calibri"/>
              <a:sym typeface="Calibri"/>
            </a:endParaRPr>
          </a:p>
        </p:txBody>
      </p:sp>
      <p:sp>
        <p:nvSpPr>
          <p:cNvPr id="1059" name="Google Shape;1059;p151"/>
          <p:cNvSpPr/>
          <p:nvPr/>
        </p:nvSpPr>
        <p:spPr>
          <a:xfrm>
            <a:off x="127799" y="3042350"/>
            <a:ext cx="5045100" cy="355200"/>
          </a:xfrm>
          <a:prstGeom prst="rect">
            <a:avLst/>
          </a:prstGeom>
          <a:solidFill>
            <a:srgbClr val="F2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Calibri"/>
                <a:ea typeface="Calibri"/>
                <a:cs typeface="Calibri"/>
                <a:sym typeface="Calibri"/>
              </a:rPr>
              <a:t>AI Gateway (API for all - MCP and Tools for Interface Driven Agents)</a:t>
            </a:r>
            <a:endParaRPr>
              <a:solidFill>
                <a:schemeClr val="lt2"/>
              </a:solidFill>
              <a:latin typeface="Calibri"/>
              <a:ea typeface="Calibri"/>
              <a:cs typeface="Calibri"/>
              <a:sym typeface="Calibri"/>
            </a:endParaRPr>
          </a:p>
        </p:txBody>
      </p:sp>
      <p:sp>
        <p:nvSpPr>
          <p:cNvPr id="1060" name="Google Shape;1060;p151"/>
          <p:cNvSpPr/>
          <p:nvPr/>
        </p:nvSpPr>
        <p:spPr>
          <a:xfrm>
            <a:off x="6996125" y="2630809"/>
            <a:ext cx="996600" cy="1483500"/>
          </a:xfrm>
          <a:prstGeom prst="rect">
            <a:avLst/>
          </a:prstGeom>
          <a:gradFill>
            <a:gsLst>
              <a:gs pos="0">
                <a:srgbClr val="DFEAFB"/>
              </a:gs>
              <a:gs pos="100000">
                <a:srgbClr val="6E9CE7"/>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AI Engineer</a:t>
            </a:r>
            <a:endParaRPr>
              <a:latin typeface="Calibri"/>
              <a:ea typeface="Calibri"/>
              <a:cs typeface="Calibri"/>
              <a:sym typeface="Calibri"/>
            </a:endParaRPr>
          </a:p>
        </p:txBody>
      </p:sp>
      <p:sp>
        <p:nvSpPr>
          <p:cNvPr id="1061" name="Google Shape;1061;p151"/>
          <p:cNvSpPr/>
          <p:nvPr/>
        </p:nvSpPr>
        <p:spPr>
          <a:xfrm>
            <a:off x="6996128" y="2218725"/>
            <a:ext cx="2050200" cy="35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Skill Depth</a:t>
            </a:r>
            <a:endParaRPr>
              <a:latin typeface="Calibri"/>
              <a:ea typeface="Calibri"/>
              <a:cs typeface="Calibri"/>
              <a:sym typeface="Calibri"/>
            </a:endParaRPr>
          </a:p>
        </p:txBody>
      </p:sp>
      <p:sp>
        <p:nvSpPr>
          <p:cNvPr id="1062" name="Google Shape;1062;p151"/>
          <p:cNvSpPr/>
          <p:nvPr/>
        </p:nvSpPr>
        <p:spPr>
          <a:xfrm>
            <a:off x="8053450" y="3063731"/>
            <a:ext cx="996600" cy="1579800"/>
          </a:xfrm>
          <a:prstGeom prst="rect">
            <a:avLst/>
          </a:prstGeom>
          <a:gradFill>
            <a:gsLst>
              <a:gs pos="0">
                <a:srgbClr val="DFEAFB"/>
              </a:gs>
              <a:gs pos="100000">
                <a:srgbClr val="6E9CE7"/>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alibri"/>
                <a:ea typeface="Calibri"/>
                <a:cs typeface="Calibri"/>
                <a:sym typeface="Calibri"/>
              </a:rPr>
              <a:t>Developer</a:t>
            </a:r>
            <a:endParaRPr>
              <a:latin typeface="Calibri"/>
              <a:ea typeface="Calibri"/>
              <a:cs typeface="Calibri"/>
              <a:sym typeface="Calibri"/>
            </a:endParaRPr>
          </a:p>
        </p:txBody>
      </p:sp>
      <p:sp>
        <p:nvSpPr>
          <p:cNvPr id="1063" name="Google Shape;1063;p151"/>
          <p:cNvSpPr/>
          <p:nvPr/>
        </p:nvSpPr>
        <p:spPr>
          <a:xfrm>
            <a:off x="6719900" y="2506738"/>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64" name="Google Shape;1064;p151"/>
          <p:cNvSpPr/>
          <p:nvPr/>
        </p:nvSpPr>
        <p:spPr>
          <a:xfrm>
            <a:off x="4991850" y="3273863"/>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65" name="Google Shape;1065;p151"/>
          <p:cNvSpPr txBox="1"/>
          <p:nvPr/>
        </p:nvSpPr>
        <p:spPr>
          <a:xfrm>
            <a:off x="452700" y="735225"/>
            <a:ext cx="8238600" cy="148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50">
                <a:solidFill>
                  <a:srgbClr val="0E0E0E"/>
                </a:solidFill>
              </a:rPr>
              <a:t>Tool Use Case: Tool is mostly transparent giving access to the full AI stack</a:t>
            </a:r>
            <a:endParaRPr sz="1250">
              <a:solidFill>
                <a:srgbClr val="0E0E0E"/>
              </a:solidFill>
            </a:endParaRPr>
          </a:p>
          <a:p>
            <a:pPr indent="-307975" lvl="0" marL="457200" rtl="0" algn="l">
              <a:lnSpc>
                <a:spcPct val="115000"/>
              </a:lnSpc>
              <a:spcBef>
                <a:spcPts val="0"/>
              </a:spcBef>
              <a:spcAft>
                <a:spcPts val="0"/>
              </a:spcAft>
              <a:buClr>
                <a:srgbClr val="0E0E0E"/>
              </a:buClr>
              <a:buSzPts val="1250"/>
              <a:buChar char="●"/>
            </a:pPr>
            <a:r>
              <a:rPr lang="en" sz="1250">
                <a:solidFill>
                  <a:srgbClr val="0E0E0E"/>
                </a:solidFill>
              </a:rPr>
              <a:t>Claude Code / Codex</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Clade code is relatively simple, Codex made major updates over the past 2 weeks closing the gap. The space is changing faster than evaluations can occur. </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Copilot works well for less technical users. Claude code for more technical users. </a:t>
            </a:r>
            <a:endParaRPr sz="1250">
              <a:solidFill>
                <a:srgbClr val="0E0E0E"/>
              </a:solidFill>
            </a:endParaRPr>
          </a:p>
          <a:p>
            <a:pPr indent="-307975" lvl="1" marL="914400" rtl="0" algn="l">
              <a:lnSpc>
                <a:spcPct val="115000"/>
              </a:lnSpc>
              <a:spcBef>
                <a:spcPts val="0"/>
              </a:spcBef>
              <a:spcAft>
                <a:spcPts val="0"/>
              </a:spcAft>
              <a:buClr>
                <a:srgbClr val="0E0E0E"/>
              </a:buClr>
              <a:buSzPts val="1250"/>
              <a:buChar char="○"/>
            </a:pPr>
            <a:r>
              <a:rPr lang="en" sz="1250">
                <a:solidFill>
                  <a:srgbClr val="0E0E0E"/>
                </a:solidFill>
              </a:rPr>
              <a:t>Nether tool will work well </a:t>
            </a:r>
            <a:endParaRPr sz="1300">
              <a:solidFill>
                <a:schemeClr val="dk1"/>
              </a:solidFill>
            </a:endParaRPr>
          </a:p>
        </p:txBody>
      </p:sp>
      <p:sp>
        <p:nvSpPr>
          <p:cNvPr id="1066" name="Google Shape;1066;p151"/>
          <p:cNvSpPr txBox="1"/>
          <p:nvPr>
            <p:ph type="title"/>
          </p:nvPr>
        </p:nvSpPr>
        <p:spPr>
          <a:xfrm>
            <a:off x="807439" y="369931"/>
            <a:ext cx="59241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Skill: AI First Development - Ability in all Things</a:t>
            </a:r>
            <a:endParaRPr b="0" sz="1400"/>
          </a:p>
        </p:txBody>
      </p:sp>
      <p:sp>
        <p:nvSpPr>
          <p:cNvPr id="1067" name="Google Shape;1067;p151"/>
          <p:cNvSpPr/>
          <p:nvPr/>
        </p:nvSpPr>
        <p:spPr>
          <a:xfrm>
            <a:off x="3213500" y="3273863"/>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68" name="Google Shape;1068;p151"/>
          <p:cNvSpPr/>
          <p:nvPr/>
        </p:nvSpPr>
        <p:spPr>
          <a:xfrm>
            <a:off x="6678125" y="2948688"/>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69" name="Google Shape;1069;p151"/>
          <p:cNvSpPr/>
          <p:nvPr/>
        </p:nvSpPr>
        <p:spPr>
          <a:xfrm>
            <a:off x="1519650" y="3273863"/>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70" name="Google Shape;1070;p151"/>
          <p:cNvSpPr/>
          <p:nvPr/>
        </p:nvSpPr>
        <p:spPr>
          <a:xfrm>
            <a:off x="6719900" y="3760738"/>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1C232"/>
              </a:solidFill>
              <a:latin typeface="Calibri"/>
              <a:ea typeface="Calibri"/>
              <a:cs typeface="Calibri"/>
              <a:sym typeface="Calibri"/>
            </a:endParaRPr>
          </a:p>
        </p:txBody>
      </p:sp>
      <p:sp>
        <p:nvSpPr>
          <p:cNvPr id="1071" name="Google Shape;1071;p151"/>
          <p:cNvSpPr/>
          <p:nvPr/>
        </p:nvSpPr>
        <p:spPr>
          <a:xfrm>
            <a:off x="7898250" y="3887175"/>
            <a:ext cx="318000" cy="325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1C232"/>
                </a:solidFill>
                <a:latin typeface="Calibri"/>
                <a:ea typeface="Calibri"/>
                <a:cs typeface="Calibri"/>
                <a:sym typeface="Calibri"/>
              </a:rPr>
              <a:t>c</a:t>
            </a:r>
            <a:endParaRPr>
              <a:solidFill>
                <a:srgbClr val="F1C232"/>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152"/>
          <p:cNvSpPr txBox="1"/>
          <p:nvPr>
            <p:ph type="title"/>
          </p:nvPr>
        </p:nvSpPr>
        <p:spPr>
          <a:xfrm>
            <a:off x="807439" y="369931"/>
            <a:ext cx="5924100" cy="26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400"/>
              </a:spcAft>
              <a:buClr>
                <a:schemeClr val="dk1"/>
              </a:buClr>
              <a:buSzPts val="1100"/>
              <a:buFont typeface="Arial"/>
              <a:buNone/>
            </a:pPr>
            <a:r>
              <a:rPr lang="en" sz="1700">
                <a:latin typeface="Arial"/>
                <a:ea typeface="Arial"/>
                <a:cs typeface="Arial"/>
                <a:sym typeface="Arial"/>
              </a:rPr>
              <a:t>Next Steps</a:t>
            </a:r>
            <a:endParaRPr b="0" sz="1400"/>
          </a:p>
        </p:txBody>
      </p:sp>
      <p:sp>
        <p:nvSpPr>
          <p:cNvPr id="1077" name="Google Shape;1077;p152"/>
          <p:cNvSpPr txBox="1"/>
          <p:nvPr/>
        </p:nvSpPr>
        <p:spPr>
          <a:xfrm>
            <a:off x="452700" y="1135300"/>
            <a:ext cx="8238600" cy="314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Where to go to skill up? </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Personal 1-1 or one to many sessions for your group - Stephen Driggs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Corporate AI - Tool licenses and </a:t>
            </a:r>
            <a:r>
              <a:rPr b="1" lang="en" sz="1100">
                <a:solidFill>
                  <a:schemeClr val="dk1"/>
                </a:solidFill>
              </a:rPr>
              <a:t>security</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Vibe Coding Meetup </a:t>
            </a:r>
            <a:r>
              <a:rPr b="1" lang="en" sz="1100">
                <a:solidFill>
                  <a:schemeClr val="dk1"/>
                </a:solidFill>
              </a:rPr>
              <a:t>Thursdays at 1 EST</a:t>
            </a:r>
            <a:r>
              <a:rPr b="1" lang="en" sz="1100">
                <a:solidFill>
                  <a:schemeClr val="dk1"/>
                </a:solidFill>
              </a:rPr>
              <a:t> </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Youtube - Contact Stephen Driggs for suggestions</a:t>
            </a:r>
            <a:endParaRPr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rPr b="1" lang="en" sz="1100">
                <a:solidFill>
                  <a:schemeClr val="dk1"/>
                </a:solidFill>
              </a:rPr>
              <a:t>The landscape changes every day. If you feel behind, it’s because everyone is. Focus on literacy where it counts and avoid getting caught up in tool fatigue, </a:t>
            </a:r>
            <a:r>
              <a:rPr b="1" lang="en" sz="1100">
                <a:solidFill>
                  <a:schemeClr val="dk1"/>
                </a:solidFill>
              </a:rPr>
              <a:t>constant</a:t>
            </a:r>
            <a:r>
              <a:rPr b="1" lang="en" sz="1100">
                <a:solidFill>
                  <a:schemeClr val="dk1"/>
                </a:solidFill>
              </a:rPr>
              <a:t> exploration without </a:t>
            </a:r>
            <a:r>
              <a:rPr b="1" lang="en" sz="1100">
                <a:solidFill>
                  <a:schemeClr val="dk1"/>
                </a:solidFill>
              </a:rPr>
              <a:t>application</a:t>
            </a:r>
            <a:r>
              <a:rPr b="1" lang="en" sz="1100">
                <a:solidFill>
                  <a:schemeClr val="dk1"/>
                </a:solidFill>
              </a:rPr>
              <a:t> (skill development) and use it. </a:t>
            </a:r>
            <a:endParaRPr b="1"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Immerse yourself in it to fully learn. The initial productivity hit will turn into gains with skill. </a:t>
            </a:r>
            <a:endParaRPr b="1" sz="11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53"/>
          <p:cNvSpPr/>
          <p:nvPr/>
        </p:nvSpPr>
        <p:spPr>
          <a:xfrm>
            <a:off x="0" y="0"/>
            <a:ext cx="9144000" cy="5143500"/>
          </a:xfrm>
          <a:prstGeom prst="rect">
            <a:avLst/>
          </a:prstGeom>
          <a:solidFill>
            <a:srgbClr val="1F4E7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3" name="Google Shape;1083;p153"/>
          <p:cNvSpPr txBox="1"/>
          <p:nvPr/>
        </p:nvSpPr>
        <p:spPr>
          <a:xfrm>
            <a:off x="457200" y="1714500"/>
            <a:ext cx="8229600" cy="102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4800" u="none" cap="none" strike="noStrike">
                <a:solidFill>
                  <a:srgbClr val="FFFFFF"/>
                </a:solidFill>
                <a:latin typeface="Calibri"/>
                <a:ea typeface="Calibri"/>
                <a:cs typeface="Calibri"/>
                <a:sym typeface="Calibri"/>
              </a:rPr>
              <a:t>Mastering Generative AI</a:t>
            </a:r>
            <a:endParaRPr/>
          </a:p>
        </p:txBody>
      </p:sp>
      <p:sp>
        <p:nvSpPr>
          <p:cNvPr id="1084" name="Google Shape;1084;p153"/>
          <p:cNvSpPr txBox="1"/>
          <p:nvPr/>
        </p:nvSpPr>
        <p:spPr>
          <a:xfrm>
            <a:off x="457200" y="2880360"/>
            <a:ext cx="8229600" cy="68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 sz="2400" u="none" cap="none" strike="noStrike">
                <a:solidFill>
                  <a:srgbClr val="FFFFFF"/>
                </a:solidFill>
                <a:latin typeface="Calibri"/>
                <a:ea typeface="Calibri"/>
                <a:cs typeface="Calibri"/>
                <a:sym typeface="Calibri"/>
              </a:rPr>
              <a:t>Level 1 Proficiency: Building Trust in the Information Engine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54"/>
          <p:cNvSpPr/>
          <p:nvPr/>
        </p:nvSpPr>
        <p:spPr>
          <a:xfrm>
            <a:off x="0" y="1714500"/>
            <a:ext cx="9144000" cy="1714500"/>
          </a:xfrm>
          <a:prstGeom prst="rect">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0" name="Google Shape;1090;p154"/>
          <p:cNvSpPr txBox="1"/>
          <p:nvPr/>
        </p:nvSpPr>
        <p:spPr>
          <a:xfrm>
            <a:off x="914400" y="2057400"/>
            <a:ext cx="7315200"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4400" u="none" cap="none" strike="noStrike">
                <a:solidFill>
                  <a:srgbClr val="FFFFFF"/>
                </a:solidFill>
                <a:latin typeface="Calibri"/>
                <a:ea typeface="Calibri"/>
                <a:cs typeface="Calibri"/>
                <a:sym typeface="Calibri"/>
              </a:rPr>
              <a:t>Learning Objectives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155"/>
          <p:cNvSpPr/>
          <p:nvPr/>
        </p:nvSpPr>
        <p:spPr>
          <a:xfrm>
            <a:off x="0" y="0"/>
            <a:ext cx="9144000" cy="685800"/>
          </a:xfrm>
          <a:prstGeom prst="rect">
            <a:avLst/>
          </a:prstGeom>
          <a:solidFill>
            <a:srgbClr val="1F4E7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6" name="Google Shape;1096;p155"/>
          <p:cNvSpPr txBox="1"/>
          <p:nvPr/>
        </p:nvSpPr>
        <p:spPr>
          <a:xfrm>
            <a:off x="457200" y="102870"/>
            <a:ext cx="8229600" cy="4800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600" u="none" cap="none" strike="noStrike">
                <a:solidFill>
                  <a:srgbClr val="FFFFFF"/>
                </a:solidFill>
                <a:latin typeface="Calibri"/>
                <a:ea typeface="Calibri"/>
                <a:cs typeface="Calibri"/>
                <a:sym typeface="Calibri"/>
              </a:rPr>
              <a:t>By the End of This Training, You Will:</a:t>
            </a:r>
            <a:endParaRPr/>
          </a:p>
        </p:txBody>
      </p:sp>
      <p:sp>
        <p:nvSpPr>
          <p:cNvPr id="1097" name="Google Shape;1097;p155"/>
          <p:cNvSpPr txBox="1"/>
          <p:nvPr/>
        </p:nvSpPr>
        <p:spPr>
          <a:xfrm>
            <a:off x="731520" y="1028700"/>
            <a:ext cx="7680960" cy="377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Understand AI as a probabilistic 'plausibility engine' rather than a deterministic database</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Identify the 'Trust Deficit' and its root causes (hallucinations and misinformation)</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Apply critical thinking frameworks to assess when and how to use AI safely</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Build foundational prompt engineering skills to improve output quality</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Implement verification workflows to build calibrated trust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156"/>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Why This Matters: The Reality of AI Adoption</a:t>
            </a:r>
            <a:endParaRPr/>
          </a:p>
        </p:txBody>
      </p:sp>
      <p:sp>
        <p:nvSpPr>
          <p:cNvPr id="1103" name="Google Shape;1103;p156"/>
          <p:cNvSpPr/>
          <p:nvPr/>
        </p:nvSpPr>
        <p:spPr>
          <a:xfrm>
            <a:off x="1371600" y="1028700"/>
            <a:ext cx="6400800" cy="1371600"/>
          </a:xfrm>
          <a:prstGeom prst="roundRect">
            <a:avLst>
              <a:gd fmla="val 16667" name="adj"/>
            </a:avLst>
          </a:prstGeom>
          <a:solidFill>
            <a:srgbClr val="F0F0F0"/>
          </a:solidFill>
          <a:ln cap="flat" cmpd="sng" w="38100">
            <a:solidFill>
              <a:srgbClr val="F2641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4" name="Google Shape;1104;p156"/>
          <p:cNvSpPr txBox="1"/>
          <p:nvPr/>
        </p:nvSpPr>
        <p:spPr>
          <a:xfrm>
            <a:off x="1828800" y="1371600"/>
            <a:ext cx="5486400" cy="685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800" u="none" cap="none" strike="noStrike">
                <a:solidFill>
                  <a:srgbClr val="1F4E79"/>
                </a:solidFill>
                <a:latin typeface="Calibri"/>
                <a:ea typeface="Calibri"/>
                <a:cs typeface="Calibri"/>
                <a:sym typeface="Calibri"/>
              </a:rPr>
              <a:t>Most organizations are stuck at Level 1, unable to progress due to trust issues</a:t>
            </a:r>
            <a:endParaRPr/>
          </a:p>
        </p:txBody>
      </p:sp>
      <p:sp>
        <p:nvSpPr>
          <p:cNvPr id="1105" name="Google Shape;1105;p156"/>
          <p:cNvSpPr txBox="1"/>
          <p:nvPr/>
        </p:nvSpPr>
        <p:spPr>
          <a:xfrm>
            <a:off x="914400" y="2743200"/>
            <a:ext cx="7315200" cy="205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 Level 1 represents 90%+ of current AI usage across enterprises</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The 'Trust Deficit' prevents teams from exploring advanced collaborative uses</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Mastering Level 1 is the foundation for unlocking AI's true potential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157"/>
          <p:cNvSpPr/>
          <p:nvPr/>
        </p:nvSpPr>
        <p:spPr>
          <a:xfrm>
            <a:off x="0" y="1714500"/>
            <a:ext cx="9144000" cy="1714500"/>
          </a:xfrm>
          <a:prstGeom prst="rect">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1" name="Google Shape;1111;p157"/>
          <p:cNvSpPr txBox="1"/>
          <p:nvPr/>
        </p:nvSpPr>
        <p:spPr>
          <a:xfrm>
            <a:off x="914400" y="2057400"/>
            <a:ext cx="7315200"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4400" u="none" cap="none" strike="noStrike">
                <a:solidFill>
                  <a:srgbClr val="FFFFFF"/>
                </a:solidFill>
                <a:latin typeface="Calibri"/>
                <a:ea typeface="Calibri"/>
                <a:cs typeface="Calibri"/>
                <a:sym typeface="Calibri"/>
              </a:rPr>
              <a:t>Module 1</a:t>
            </a:r>
            <a:endParaRPr/>
          </a:p>
        </p:txBody>
      </p:sp>
      <p:sp>
        <p:nvSpPr>
          <p:cNvPr id="1112" name="Google Shape;1112;p157"/>
          <p:cNvSpPr txBox="1"/>
          <p:nvPr/>
        </p:nvSpPr>
        <p:spPr>
          <a:xfrm>
            <a:off x="914400" y="2880360"/>
            <a:ext cx="731520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 sz="2000" u="none" cap="none" strike="noStrike">
                <a:solidFill>
                  <a:srgbClr val="FFFFFF"/>
                </a:solidFill>
                <a:latin typeface="Calibri"/>
                <a:ea typeface="Calibri"/>
                <a:cs typeface="Calibri"/>
                <a:sym typeface="Calibri"/>
              </a:rPr>
              <a:t>Understanding Level 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58"/>
          <p:cNvSpPr/>
          <p:nvPr/>
        </p:nvSpPr>
        <p:spPr>
          <a:xfrm>
            <a:off x="0" y="0"/>
            <a:ext cx="9144000" cy="685800"/>
          </a:xfrm>
          <a:prstGeom prst="rect">
            <a:avLst/>
          </a:prstGeom>
          <a:solidFill>
            <a:srgbClr val="1F4E7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8" name="Google Shape;1118;p158"/>
          <p:cNvSpPr txBox="1"/>
          <p:nvPr/>
        </p:nvSpPr>
        <p:spPr>
          <a:xfrm>
            <a:off x="457200" y="102870"/>
            <a:ext cx="8229600" cy="4800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600" u="none" cap="none" strike="noStrike">
                <a:solidFill>
                  <a:srgbClr val="FFFFFF"/>
                </a:solidFill>
                <a:latin typeface="Calibri"/>
                <a:ea typeface="Calibri"/>
                <a:cs typeface="Calibri"/>
                <a:sym typeface="Calibri"/>
              </a:rPr>
              <a:t>Defining Level 1: AI as an Information Engine</a:t>
            </a:r>
            <a:endParaRPr/>
          </a:p>
        </p:txBody>
      </p:sp>
      <p:sp>
        <p:nvSpPr>
          <p:cNvPr id="1119" name="Google Shape;1119;p158"/>
          <p:cNvSpPr txBox="1"/>
          <p:nvPr/>
        </p:nvSpPr>
        <p:spPr>
          <a:xfrm>
            <a:off x="731520" y="1028700"/>
            <a:ext cx="7680960" cy="377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Most common use of Generative AI today</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Transactional, single-turn interaction model</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User asks discrete question → AI provides single answer</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AI treated as 'answer machine' — a conversational search engine</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Common uses: Factual summaries, definitions, brainstorming, text translation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59"/>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The Core Problem: Expectation vs. Reality</a:t>
            </a:r>
            <a:endParaRPr/>
          </a:p>
        </p:txBody>
      </p:sp>
      <p:sp>
        <p:nvSpPr>
          <p:cNvPr id="1125" name="Google Shape;1125;p159"/>
          <p:cNvSpPr txBox="1"/>
          <p:nvPr/>
        </p:nvSpPr>
        <p:spPr>
          <a:xfrm>
            <a:off x="731520" y="822960"/>
            <a:ext cx="3657600" cy="34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400" u="none" cap="none" strike="noStrike">
                <a:solidFill>
                  <a:srgbClr val="4CAF50"/>
                </a:solidFill>
                <a:latin typeface="Calibri"/>
                <a:ea typeface="Calibri"/>
                <a:cs typeface="Calibri"/>
                <a:sym typeface="Calibri"/>
              </a:rPr>
              <a:t>User Expectation</a:t>
            </a:r>
            <a:endParaRPr/>
          </a:p>
        </p:txBody>
      </p:sp>
      <p:sp>
        <p:nvSpPr>
          <p:cNvPr id="1126" name="Google Shape;1126;p159"/>
          <p:cNvSpPr txBox="1"/>
          <p:nvPr/>
        </p:nvSpPr>
        <p:spPr>
          <a:xfrm>
            <a:off x="731520" y="1303020"/>
            <a:ext cx="3657600" cy="342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404040"/>
                </a:solidFill>
                <a:latin typeface="Calibri"/>
                <a:ea typeface="Calibri"/>
                <a:cs typeface="Calibri"/>
                <a:sym typeface="Calibri"/>
              </a:rPr>
              <a:t>• Deterministic Database</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Works like a calculator</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100% factual certainty</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Delivers absolute truth</a:t>
            </a:r>
            <a:endParaRPr/>
          </a:p>
        </p:txBody>
      </p:sp>
      <p:sp>
        <p:nvSpPr>
          <p:cNvPr id="1127" name="Google Shape;1127;p159"/>
          <p:cNvSpPr txBox="1"/>
          <p:nvPr/>
        </p:nvSpPr>
        <p:spPr>
          <a:xfrm>
            <a:off x="4754880" y="822960"/>
            <a:ext cx="3657600" cy="34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400" u="none" cap="none" strike="noStrike">
                <a:solidFill>
                  <a:srgbClr val="F44336"/>
                </a:solidFill>
                <a:latin typeface="Calibri"/>
                <a:ea typeface="Calibri"/>
                <a:cs typeface="Calibri"/>
                <a:sym typeface="Calibri"/>
              </a:rPr>
              <a:t>AI Reality</a:t>
            </a:r>
            <a:endParaRPr/>
          </a:p>
        </p:txBody>
      </p:sp>
      <p:sp>
        <p:nvSpPr>
          <p:cNvPr id="1128" name="Google Shape;1128;p159"/>
          <p:cNvSpPr txBox="1"/>
          <p:nvPr/>
        </p:nvSpPr>
        <p:spPr>
          <a:xfrm>
            <a:off x="4754880" y="1303020"/>
            <a:ext cx="3657600" cy="342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404040"/>
                </a:solidFill>
                <a:latin typeface="Calibri"/>
                <a:ea typeface="Calibri"/>
                <a:cs typeface="Calibri"/>
                <a:sym typeface="Calibri"/>
              </a:rPr>
              <a:t>• Probabilistic System</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Works like a predictor</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Designed for plausibility</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Delivers probability, not certainty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60"/>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Understanding the Fundamental Mismatch</a:t>
            </a:r>
            <a:endParaRPr/>
          </a:p>
        </p:txBody>
      </p:sp>
      <p:sp>
        <p:nvSpPr>
          <p:cNvPr id="1134" name="Google Shape;1134;p160"/>
          <p:cNvSpPr/>
          <p:nvPr/>
        </p:nvSpPr>
        <p:spPr>
          <a:xfrm>
            <a:off x="1371600" y="1028700"/>
            <a:ext cx="6400800" cy="1371600"/>
          </a:xfrm>
          <a:prstGeom prst="roundRect">
            <a:avLst>
              <a:gd fmla="val 16667" name="adj"/>
            </a:avLst>
          </a:prstGeom>
          <a:solidFill>
            <a:srgbClr val="F0F0F0"/>
          </a:solidFill>
          <a:ln cap="flat" cmpd="sng" w="38100">
            <a:solidFill>
              <a:srgbClr val="F2641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5" name="Google Shape;1135;p160"/>
          <p:cNvSpPr txBox="1"/>
          <p:nvPr/>
        </p:nvSpPr>
        <p:spPr>
          <a:xfrm>
            <a:off x="1828800" y="1371600"/>
            <a:ext cx="5486400" cy="685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800" u="none" cap="none" strike="noStrike">
                <a:solidFill>
                  <a:srgbClr val="1F4E79"/>
                </a:solidFill>
                <a:latin typeface="Calibri"/>
                <a:ea typeface="Calibri"/>
                <a:cs typeface="Calibri"/>
                <a:sym typeface="Calibri"/>
              </a:rPr>
              <a:t>AI predicts the most PLAUSIBLE next word, not the most TRUE next word</a:t>
            </a:r>
            <a:endParaRPr/>
          </a:p>
        </p:txBody>
      </p:sp>
      <p:sp>
        <p:nvSpPr>
          <p:cNvPr id="1136" name="Google Shape;1136;p160"/>
          <p:cNvSpPr txBox="1"/>
          <p:nvPr/>
        </p:nvSpPr>
        <p:spPr>
          <a:xfrm>
            <a:off x="914400" y="2743200"/>
            <a:ext cx="7315200" cy="205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 This is not a bug — it's how Large Language Models are fundamentally designed</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The model optimizes for coherence and fluency, not factual accuracy</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This mismatch is the root cause of user distrust and disappointment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161"/>
          <p:cNvSpPr/>
          <p:nvPr/>
        </p:nvSpPr>
        <p:spPr>
          <a:xfrm>
            <a:off x="0" y="1714500"/>
            <a:ext cx="9144000" cy="1714500"/>
          </a:xfrm>
          <a:prstGeom prst="rect">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2" name="Google Shape;1142;p161"/>
          <p:cNvSpPr txBox="1"/>
          <p:nvPr/>
        </p:nvSpPr>
        <p:spPr>
          <a:xfrm>
            <a:off x="914400" y="2057400"/>
            <a:ext cx="7315200"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4400" u="none" cap="none" strike="noStrike">
                <a:solidFill>
                  <a:srgbClr val="FFFFFF"/>
                </a:solidFill>
                <a:latin typeface="Calibri"/>
                <a:ea typeface="Calibri"/>
                <a:cs typeface="Calibri"/>
                <a:sym typeface="Calibri"/>
              </a:rPr>
              <a:t>Module 2</a:t>
            </a:r>
            <a:endParaRPr/>
          </a:p>
        </p:txBody>
      </p:sp>
      <p:sp>
        <p:nvSpPr>
          <p:cNvPr id="1143" name="Google Shape;1143;p161"/>
          <p:cNvSpPr txBox="1"/>
          <p:nvPr/>
        </p:nvSpPr>
        <p:spPr>
          <a:xfrm>
            <a:off x="914400" y="2880360"/>
            <a:ext cx="731520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 sz="2000" u="none" cap="none" strike="noStrike">
                <a:solidFill>
                  <a:srgbClr val="FFFFFF"/>
                </a:solidFill>
                <a:latin typeface="Calibri"/>
                <a:ea typeface="Calibri"/>
                <a:cs typeface="Calibri"/>
                <a:sym typeface="Calibri"/>
              </a:rPr>
              <a:t>The Trust Deficit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62"/>
          <p:cNvSpPr/>
          <p:nvPr/>
        </p:nvSpPr>
        <p:spPr>
          <a:xfrm>
            <a:off x="0" y="0"/>
            <a:ext cx="9144000" cy="685800"/>
          </a:xfrm>
          <a:prstGeom prst="rect">
            <a:avLst/>
          </a:prstGeom>
          <a:solidFill>
            <a:srgbClr val="F4433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9" name="Google Shape;1149;p162"/>
          <p:cNvSpPr txBox="1"/>
          <p:nvPr/>
        </p:nvSpPr>
        <p:spPr>
          <a:xfrm>
            <a:off x="457200" y="102870"/>
            <a:ext cx="8229600" cy="4800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600" u="none" cap="none" strike="noStrike">
                <a:solidFill>
                  <a:srgbClr val="FFFFFF"/>
                </a:solidFill>
                <a:latin typeface="Calibri"/>
                <a:ea typeface="Calibri"/>
                <a:cs typeface="Calibri"/>
                <a:sym typeface="Calibri"/>
              </a:rPr>
              <a:t>The Primary Blocker: The 'Trust Deficit'</a:t>
            </a:r>
            <a:endParaRPr/>
          </a:p>
        </p:txBody>
      </p:sp>
      <p:sp>
        <p:nvSpPr>
          <p:cNvPr id="1150" name="Google Shape;1150;p162"/>
          <p:cNvSpPr txBox="1"/>
          <p:nvPr/>
        </p:nvSpPr>
        <p:spPr>
          <a:xfrm>
            <a:off x="731520" y="1028700"/>
            <a:ext cx="7680960" cy="377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The main barrier preventing users from moving beyond simple Q&amp;A</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Not irrational fear — it's a LOGICAL response to documented failures</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Two persistent failure modes create this deficit:</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1. Hallucinations (Fabricated information)</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2. Misinformation (Amplification of existing falsehoods)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63"/>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What Are Hallucinations?</a:t>
            </a:r>
            <a:endParaRPr/>
          </a:p>
        </p:txBody>
      </p:sp>
      <p:sp>
        <p:nvSpPr>
          <p:cNvPr id="1156" name="Google Shape;1156;p163"/>
          <p:cNvSpPr/>
          <p:nvPr/>
        </p:nvSpPr>
        <p:spPr>
          <a:xfrm>
            <a:off x="1371600" y="1028700"/>
            <a:ext cx="6400800" cy="1371600"/>
          </a:xfrm>
          <a:prstGeom prst="roundRect">
            <a:avLst>
              <a:gd fmla="val 16667" name="adj"/>
            </a:avLst>
          </a:prstGeom>
          <a:solidFill>
            <a:srgbClr val="F0F0F0"/>
          </a:solidFill>
          <a:ln cap="flat" cmpd="sng" w="38100">
            <a:solidFill>
              <a:srgbClr val="F2641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7" name="Google Shape;1157;p163"/>
          <p:cNvSpPr txBox="1"/>
          <p:nvPr/>
        </p:nvSpPr>
        <p:spPr>
          <a:xfrm>
            <a:off x="1828800" y="1371600"/>
            <a:ext cx="5486400" cy="685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800" u="none" cap="none" strike="noStrike">
                <a:solidFill>
                  <a:srgbClr val="1F4E79"/>
                </a:solidFill>
                <a:latin typeface="Calibri"/>
                <a:ea typeface="Calibri"/>
                <a:cs typeface="Calibri"/>
                <a:sym typeface="Calibri"/>
              </a:rPr>
              <a:t>The generation of plausible-sounding content that is factually incorrect or entirely fabricated</a:t>
            </a:r>
            <a:endParaRPr/>
          </a:p>
        </p:txBody>
      </p:sp>
      <p:sp>
        <p:nvSpPr>
          <p:cNvPr id="1158" name="Google Shape;1158;p163"/>
          <p:cNvSpPr txBox="1"/>
          <p:nvPr/>
        </p:nvSpPr>
        <p:spPr>
          <a:xfrm>
            <a:off x="914400" y="2743200"/>
            <a:ext cx="7315200" cy="205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 Not simple 'bugs' — these are confident, articulate, detailed falsehoods</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Difficult to distinguish from factual responses</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An intrinsic feature of how current LLMs are designed</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Critical operational impact: flawed decisions, legal liability, financial/reputational damage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64"/>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Root Causes of Hallucinations</a:t>
            </a:r>
            <a:endParaRPr/>
          </a:p>
        </p:txBody>
      </p:sp>
      <p:sp>
        <p:nvSpPr>
          <p:cNvPr id="1164" name="Google Shape;1164;p164"/>
          <p:cNvSpPr/>
          <p:nvPr/>
        </p:nvSpPr>
        <p:spPr>
          <a:xfrm>
            <a:off x="914400" y="1028700"/>
            <a:ext cx="548640" cy="411480"/>
          </a:xfrm>
          <a:prstGeom prst="ellipse">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5" name="Google Shape;1165;p164"/>
          <p:cNvSpPr txBox="1"/>
          <p:nvPr/>
        </p:nvSpPr>
        <p:spPr>
          <a:xfrm>
            <a:off x="914400" y="1028700"/>
            <a:ext cx="548640" cy="4114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400" u="none" cap="none" strike="noStrike">
                <a:solidFill>
                  <a:srgbClr val="FFFFFF"/>
                </a:solidFill>
                <a:latin typeface="Calibri"/>
                <a:ea typeface="Calibri"/>
                <a:cs typeface="Calibri"/>
                <a:sym typeface="Calibri"/>
              </a:rPr>
              <a:t>1</a:t>
            </a:r>
            <a:endParaRPr/>
          </a:p>
        </p:txBody>
      </p:sp>
      <p:sp>
        <p:nvSpPr>
          <p:cNvPr id="1166" name="Google Shape;1166;p164"/>
          <p:cNvSpPr txBox="1"/>
          <p:nvPr/>
        </p:nvSpPr>
        <p:spPr>
          <a:xfrm>
            <a:off x="1828800" y="1028700"/>
            <a:ext cx="6400800" cy="41148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Statistical Origins: LLMs are trained to maximize scores, not accuracy. When uncertain, they guess plausibly rather than admit 'I don't know'</a:t>
            </a:r>
            <a:endParaRPr/>
          </a:p>
        </p:txBody>
      </p:sp>
      <p:sp>
        <p:nvSpPr>
          <p:cNvPr id="1167" name="Google Shape;1167;p164"/>
          <p:cNvSpPr/>
          <p:nvPr/>
        </p:nvSpPr>
        <p:spPr>
          <a:xfrm>
            <a:off x="914400" y="2057400"/>
            <a:ext cx="548640" cy="411480"/>
          </a:xfrm>
          <a:prstGeom prst="ellipse">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8" name="Google Shape;1168;p164"/>
          <p:cNvSpPr txBox="1"/>
          <p:nvPr/>
        </p:nvSpPr>
        <p:spPr>
          <a:xfrm>
            <a:off x="914400" y="2057400"/>
            <a:ext cx="548640" cy="4114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400" u="none" cap="none" strike="noStrike">
                <a:solidFill>
                  <a:srgbClr val="FFFFFF"/>
                </a:solidFill>
                <a:latin typeface="Calibri"/>
                <a:ea typeface="Calibri"/>
                <a:cs typeface="Calibri"/>
                <a:sym typeface="Calibri"/>
              </a:rPr>
              <a:t>2</a:t>
            </a:r>
            <a:endParaRPr/>
          </a:p>
        </p:txBody>
      </p:sp>
      <p:sp>
        <p:nvSpPr>
          <p:cNvPr id="1169" name="Google Shape;1169;p164"/>
          <p:cNvSpPr txBox="1"/>
          <p:nvPr/>
        </p:nvSpPr>
        <p:spPr>
          <a:xfrm>
            <a:off x="1828800" y="2057400"/>
            <a:ext cx="6400800" cy="41148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Training Data Imperfections: Models learn from internet data containing errors, contradictions, and outdated information</a:t>
            </a:r>
            <a:endParaRPr/>
          </a:p>
        </p:txBody>
      </p:sp>
      <p:sp>
        <p:nvSpPr>
          <p:cNvPr id="1170" name="Google Shape;1170;p164"/>
          <p:cNvSpPr/>
          <p:nvPr/>
        </p:nvSpPr>
        <p:spPr>
          <a:xfrm>
            <a:off x="914400" y="3086100"/>
            <a:ext cx="548640" cy="411480"/>
          </a:xfrm>
          <a:prstGeom prst="ellipse">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1" name="Google Shape;1171;p164"/>
          <p:cNvSpPr txBox="1"/>
          <p:nvPr/>
        </p:nvSpPr>
        <p:spPr>
          <a:xfrm>
            <a:off x="914400" y="3086100"/>
            <a:ext cx="548640" cy="4114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400" u="none" cap="none" strike="noStrike">
                <a:solidFill>
                  <a:srgbClr val="FFFFFF"/>
                </a:solidFill>
                <a:latin typeface="Calibri"/>
                <a:ea typeface="Calibri"/>
                <a:cs typeface="Calibri"/>
                <a:sym typeface="Calibri"/>
              </a:rPr>
              <a:t>3</a:t>
            </a:r>
            <a:endParaRPr/>
          </a:p>
        </p:txBody>
      </p:sp>
      <p:sp>
        <p:nvSpPr>
          <p:cNvPr id="1172" name="Google Shape;1172;p164"/>
          <p:cNvSpPr txBox="1"/>
          <p:nvPr/>
        </p:nvSpPr>
        <p:spPr>
          <a:xfrm>
            <a:off x="1828800" y="3086100"/>
            <a:ext cx="6400800" cy="41148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Knowledge Cutoffs: Every LLM has a cutoff date. Questions about events after that date force the model to invent answers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65"/>
          <p:cNvSpPr/>
          <p:nvPr/>
        </p:nvSpPr>
        <p:spPr>
          <a:xfrm>
            <a:off x="0" y="0"/>
            <a:ext cx="9144000" cy="685800"/>
          </a:xfrm>
          <a:prstGeom prst="rect">
            <a:avLst/>
          </a:prstGeom>
          <a:solidFill>
            <a:srgbClr val="F4433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8" name="Google Shape;1178;p165"/>
          <p:cNvSpPr txBox="1"/>
          <p:nvPr/>
        </p:nvSpPr>
        <p:spPr>
          <a:xfrm>
            <a:off x="457200" y="102870"/>
            <a:ext cx="8229600" cy="4800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600" u="none" cap="none" strike="noStrike">
                <a:solidFill>
                  <a:srgbClr val="FFFFFF"/>
                </a:solidFill>
                <a:latin typeface="Calibri"/>
                <a:ea typeface="Calibri"/>
                <a:cs typeface="Calibri"/>
                <a:sym typeface="Calibri"/>
              </a:rPr>
              <a:t>The Misinformation Challenge</a:t>
            </a:r>
            <a:endParaRPr/>
          </a:p>
        </p:txBody>
      </p:sp>
      <p:sp>
        <p:nvSpPr>
          <p:cNvPr id="1179" name="Google Shape;1179;p165"/>
          <p:cNvSpPr txBox="1"/>
          <p:nvPr/>
        </p:nvSpPr>
        <p:spPr>
          <a:xfrm>
            <a:off x="731520" y="1028700"/>
            <a:ext cx="7680960" cy="377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AI can learn and amplify existing misinformation and biases from training data</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The 'Veneer of Authority': AI text is grammatically perfect, well-structured, and confident</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This makes it difficult for non-experts to identify subtle misinformation</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Result: Users must fact-check every output — negating productivity benefits</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This creates an unsustainable verification burden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166"/>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The Adoption Double-Edged Sword</a:t>
            </a:r>
            <a:endParaRPr/>
          </a:p>
        </p:txBody>
      </p:sp>
      <p:sp>
        <p:nvSpPr>
          <p:cNvPr id="1185" name="Google Shape;1185;p166"/>
          <p:cNvSpPr txBox="1"/>
          <p:nvPr/>
        </p:nvSpPr>
        <p:spPr>
          <a:xfrm>
            <a:off x="731520" y="822960"/>
            <a:ext cx="3657600" cy="34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400" u="none" cap="none" strike="noStrike">
                <a:solidFill>
                  <a:srgbClr val="4CAF50"/>
                </a:solidFill>
                <a:latin typeface="Calibri"/>
                <a:ea typeface="Calibri"/>
                <a:cs typeface="Calibri"/>
                <a:sym typeface="Calibri"/>
              </a:rPr>
              <a:t>Healthy Skepticism ✓</a:t>
            </a:r>
            <a:endParaRPr/>
          </a:p>
        </p:txBody>
      </p:sp>
      <p:sp>
        <p:nvSpPr>
          <p:cNvPr id="1186" name="Google Shape;1186;p166"/>
          <p:cNvSpPr txBox="1"/>
          <p:nvPr/>
        </p:nvSpPr>
        <p:spPr>
          <a:xfrm>
            <a:off x="731520" y="1303020"/>
            <a:ext cx="3657600" cy="342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404040"/>
                </a:solidFill>
                <a:latin typeface="Calibri"/>
                <a:ea typeface="Calibri"/>
                <a:cs typeface="Calibri"/>
                <a:sym typeface="Calibri"/>
              </a:rPr>
              <a:t>• Rational, necessary safeguard</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Users verify critical info</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Appropriate for high-risk tasks</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Enables safe exploration</a:t>
            </a:r>
            <a:endParaRPr/>
          </a:p>
        </p:txBody>
      </p:sp>
      <p:sp>
        <p:nvSpPr>
          <p:cNvPr id="1187" name="Google Shape;1187;p166"/>
          <p:cNvSpPr txBox="1"/>
          <p:nvPr/>
        </p:nvSpPr>
        <p:spPr>
          <a:xfrm>
            <a:off x="4754880" y="822960"/>
            <a:ext cx="3657600" cy="34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400" u="none" cap="none" strike="noStrike">
                <a:solidFill>
                  <a:srgbClr val="F44336"/>
                </a:solidFill>
                <a:latin typeface="Calibri"/>
                <a:ea typeface="Calibri"/>
                <a:cs typeface="Calibri"/>
                <a:sym typeface="Calibri"/>
              </a:rPr>
              <a:t>Overwhelming Distrust ✗</a:t>
            </a:r>
            <a:endParaRPr/>
          </a:p>
        </p:txBody>
      </p:sp>
      <p:sp>
        <p:nvSpPr>
          <p:cNvPr id="1188" name="Google Shape;1188;p166"/>
          <p:cNvSpPr txBox="1"/>
          <p:nvPr/>
        </p:nvSpPr>
        <p:spPr>
          <a:xfrm>
            <a:off x="4754880" y="1303020"/>
            <a:ext cx="3657600" cy="342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404040"/>
                </a:solidFill>
                <a:latin typeface="Calibri"/>
                <a:ea typeface="Calibri"/>
                <a:cs typeface="Calibri"/>
                <a:sym typeface="Calibri"/>
              </a:rPr>
              <a:t>• Blanket rejection of technology</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One bad experience = permanent dismissal</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Tool abandoned before discovering value</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Organization stalls at Level 1</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67"/>
          <p:cNvSpPr txBox="1"/>
          <p:nvPr/>
        </p:nvSpPr>
        <p:spPr>
          <a:xfrm>
            <a:off x="457200" y="342900"/>
            <a:ext cx="8229600" cy="68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4000" u="none" cap="none" strike="noStrike">
                <a:solidFill>
                  <a:srgbClr val="F26419"/>
                </a:solidFill>
                <a:latin typeface="Calibri"/>
                <a:ea typeface="Calibri"/>
                <a:cs typeface="Calibri"/>
                <a:sym typeface="Calibri"/>
              </a:rPr>
              <a:t>Knowledge Check</a:t>
            </a:r>
            <a:endParaRPr/>
          </a:p>
        </p:txBody>
      </p:sp>
      <p:sp>
        <p:nvSpPr>
          <p:cNvPr id="1194" name="Google Shape;1194;p167"/>
          <p:cNvSpPr txBox="1"/>
          <p:nvPr/>
        </p:nvSpPr>
        <p:spPr>
          <a:xfrm>
            <a:off x="914400" y="1371600"/>
            <a:ext cx="7315200" cy="102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600" u="none" cap="none" strike="noStrike">
                <a:solidFill>
                  <a:srgbClr val="1F4E79"/>
                </a:solidFill>
                <a:latin typeface="Calibri"/>
                <a:ea typeface="Calibri"/>
                <a:cs typeface="Calibri"/>
                <a:sym typeface="Calibri"/>
              </a:rPr>
              <a:t>What is the PRIMARY reason AI systems produce hallucinations?</a:t>
            </a:r>
            <a:endParaRPr/>
          </a:p>
        </p:txBody>
      </p:sp>
      <p:sp>
        <p:nvSpPr>
          <p:cNvPr id="1195" name="Google Shape;1195;p167"/>
          <p:cNvSpPr txBox="1"/>
          <p:nvPr/>
        </p:nvSpPr>
        <p:spPr>
          <a:xfrm>
            <a:off x="1371600" y="2743200"/>
            <a:ext cx="6400800" cy="1714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200" u="none" cap="none" strike="noStrike">
                <a:solidFill>
                  <a:srgbClr val="404040"/>
                </a:solidFill>
                <a:latin typeface="Calibri"/>
                <a:ea typeface="Calibri"/>
                <a:cs typeface="Calibri"/>
                <a:sym typeface="Calibri"/>
              </a:rPr>
              <a:t>A. Poor internet connection</a:t>
            </a:r>
            <a:endParaRPr/>
          </a:p>
          <a:p>
            <a:pPr indent="0" lvl="0" marL="0" marR="0" rtl="0" algn="l">
              <a:spcBef>
                <a:spcPts val="1200"/>
              </a:spcBef>
              <a:spcAft>
                <a:spcPts val="0"/>
              </a:spcAft>
              <a:buNone/>
            </a:pPr>
            <a:r>
              <a:rPr b="0" i="0" lang="en" sz="2200" u="none" cap="none" strike="noStrike">
                <a:solidFill>
                  <a:srgbClr val="404040"/>
                </a:solidFill>
                <a:latin typeface="Calibri"/>
                <a:ea typeface="Calibri"/>
                <a:cs typeface="Calibri"/>
                <a:sym typeface="Calibri"/>
              </a:rPr>
              <a:t>B. They are trained to maximize plausibility, not truth</a:t>
            </a:r>
            <a:endParaRPr/>
          </a:p>
          <a:p>
            <a:pPr indent="0" lvl="0" marL="0" marR="0" rtl="0" algn="l">
              <a:spcBef>
                <a:spcPts val="1200"/>
              </a:spcBef>
              <a:spcAft>
                <a:spcPts val="0"/>
              </a:spcAft>
              <a:buNone/>
            </a:pPr>
            <a:r>
              <a:rPr b="0" i="0" lang="en" sz="2200" u="none" cap="none" strike="noStrike">
                <a:solidFill>
                  <a:srgbClr val="404040"/>
                </a:solidFill>
                <a:latin typeface="Calibri"/>
                <a:ea typeface="Calibri"/>
                <a:cs typeface="Calibri"/>
                <a:sym typeface="Calibri"/>
              </a:rPr>
              <a:t>C. Insufficient computing power</a:t>
            </a:r>
            <a:endParaRPr/>
          </a:p>
          <a:p>
            <a:pPr indent="0" lvl="0" marL="0" marR="0" rtl="0" algn="l">
              <a:spcBef>
                <a:spcPts val="1200"/>
              </a:spcBef>
              <a:spcAft>
                <a:spcPts val="0"/>
              </a:spcAft>
              <a:buNone/>
            </a:pPr>
            <a:r>
              <a:rPr b="0" i="0" lang="en" sz="2200" u="none" cap="none" strike="noStrike">
                <a:solidFill>
                  <a:srgbClr val="404040"/>
                </a:solidFill>
                <a:latin typeface="Calibri"/>
                <a:ea typeface="Calibri"/>
                <a:cs typeface="Calibri"/>
                <a:sym typeface="Calibri"/>
              </a:rPr>
              <a:t>D. User error in prompting</a:t>
            </a:r>
            <a:endParaRPr/>
          </a:p>
        </p:txBody>
      </p:sp>
      <p:sp>
        <p:nvSpPr>
          <p:cNvPr id="1196" name="Google Shape;1196;p167"/>
          <p:cNvSpPr txBox="1"/>
          <p:nvPr/>
        </p:nvSpPr>
        <p:spPr>
          <a:xfrm>
            <a:off x="914400" y="4457700"/>
            <a:ext cx="73152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 sz="1400" u="none" cap="none" strike="noStrike">
                <a:solidFill>
                  <a:srgbClr val="F26419"/>
                </a:solidFill>
                <a:latin typeface="Calibri"/>
                <a:ea typeface="Calibri"/>
                <a:cs typeface="Calibri"/>
                <a:sym typeface="Calibri"/>
              </a:rPr>
              <a:t>[FACILITATOR NOTE: Answer is B — discuss how probabilistic design creates hallucinations]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168"/>
          <p:cNvSpPr/>
          <p:nvPr/>
        </p:nvSpPr>
        <p:spPr>
          <a:xfrm>
            <a:off x="0" y="1714500"/>
            <a:ext cx="9144000" cy="1714500"/>
          </a:xfrm>
          <a:prstGeom prst="rect">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2" name="Google Shape;1202;p168"/>
          <p:cNvSpPr txBox="1"/>
          <p:nvPr/>
        </p:nvSpPr>
        <p:spPr>
          <a:xfrm>
            <a:off x="914400" y="2057400"/>
            <a:ext cx="7315200"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4400" u="none" cap="none" strike="noStrike">
                <a:solidFill>
                  <a:srgbClr val="FFFFFF"/>
                </a:solidFill>
                <a:latin typeface="Calibri"/>
                <a:ea typeface="Calibri"/>
                <a:cs typeface="Calibri"/>
                <a:sym typeface="Calibri"/>
              </a:rPr>
              <a:t>Module 3</a:t>
            </a:r>
            <a:endParaRPr/>
          </a:p>
        </p:txBody>
      </p:sp>
      <p:sp>
        <p:nvSpPr>
          <p:cNvPr id="1203" name="Google Shape;1203;p168"/>
          <p:cNvSpPr txBox="1"/>
          <p:nvPr/>
        </p:nvSpPr>
        <p:spPr>
          <a:xfrm>
            <a:off x="914400" y="2880360"/>
            <a:ext cx="7315200"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 sz="2000" u="none" cap="none" strike="noStrike">
                <a:solidFill>
                  <a:srgbClr val="FFFFFF"/>
                </a:solidFill>
                <a:latin typeface="Calibri"/>
                <a:ea typeface="Calibri"/>
                <a:cs typeface="Calibri"/>
                <a:sym typeface="Calibri"/>
              </a:rPr>
              <a:t>Building Calibrated Trust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169"/>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The Goal: Calibrated Trust</a:t>
            </a:r>
            <a:endParaRPr/>
          </a:p>
        </p:txBody>
      </p:sp>
      <p:sp>
        <p:nvSpPr>
          <p:cNvPr id="1209" name="Google Shape;1209;p169"/>
          <p:cNvSpPr/>
          <p:nvPr/>
        </p:nvSpPr>
        <p:spPr>
          <a:xfrm>
            <a:off x="1371600" y="1028700"/>
            <a:ext cx="6400800" cy="1371600"/>
          </a:xfrm>
          <a:prstGeom prst="roundRect">
            <a:avLst>
              <a:gd fmla="val 16667" name="adj"/>
            </a:avLst>
          </a:prstGeom>
          <a:solidFill>
            <a:srgbClr val="F0F0F0"/>
          </a:solidFill>
          <a:ln cap="flat" cmpd="sng" w="38100">
            <a:solidFill>
              <a:srgbClr val="F2641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0" name="Google Shape;1210;p169"/>
          <p:cNvSpPr txBox="1"/>
          <p:nvPr/>
        </p:nvSpPr>
        <p:spPr>
          <a:xfrm>
            <a:off x="1828800" y="1371600"/>
            <a:ext cx="5486400" cy="685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800" u="none" cap="none" strike="noStrike">
                <a:solidFill>
                  <a:srgbClr val="1F4E79"/>
                </a:solidFill>
                <a:latin typeface="Calibri"/>
                <a:ea typeface="Calibri"/>
                <a:cs typeface="Calibri"/>
                <a:sym typeface="Calibri"/>
              </a:rPr>
              <a:t>Move from blind trust (or total distrust) to informed understanding</a:t>
            </a:r>
            <a:endParaRPr/>
          </a:p>
        </p:txBody>
      </p:sp>
      <p:sp>
        <p:nvSpPr>
          <p:cNvPr id="1211" name="Google Shape;1211;p169"/>
          <p:cNvSpPr txBox="1"/>
          <p:nvPr/>
        </p:nvSpPr>
        <p:spPr>
          <a:xfrm>
            <a:off x="914400" y="2743200"/>
            <a:ext cx="7315200" cy="205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 Calibrated trust = knowing WHERE the tool is reliable and where it is NOT</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Requires mastering three core competencies:</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1. Critical Thinking (The Mindset)</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2. Foundational Prompting (The Skill)</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3. Verification &amp; Grounding (The Workflow)</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70"/>
          <p:cNvSpPr/>
          <p:nvPr/>
        </p:nvSpPr>
        <p:spPr>
          <a:xfrm>
            <a:off x="0" y="0"/>
            <a:ext cx="9144000" cy="685800"/>
          </a:xfrm>
          <a:prstGeom prst="rect">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7" name="Google Shape;1217;p170"/>
          <p:cNvSpPr txBox="1"/>
          <p:nvPr/>
        </p:nvSpPr>
        <p:spPr>
          <a:xfrm>
            <a:off x="457200" y="102870"/>
            <a:ext cx="8229600" cy="4800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600" u="none" cap="none" strike="noStrike">
                <a:solidFill>
                  <a:srgbClr val="FFFFFF"/>
                </a:solidFill>
                <a:latin typeface="Calibri"/>
                <a:ea typeface="Calibri"/>
                <a:cs typeface="Calibri"/>
                <a:sym typeface="Calibri"/>
              </a:rPr>
              <a:t>Skill 1: Critical Thinking as Default Stance</a:t>
            </a:r>
            <a:endParaRPr/>
          </a:p>
        </p:txBody>
      </p:sp>
      <p:sp>
        <p:nvSpPr>
          <p:cNvPr id="1218" name="Google Shape;1218;p170"/>
          <p:cNvSpPr txBox="1"/>
          <p:nvPr/>
        </p:nvSpPr>
        <p:spPr>
          <a:xfrm>
            <a:off x="731520" y="1028700"/>
            <a:ext cx="7680960" cy="377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Mental Model Shift: From 'Trust but verify' → 'Distrust until verified'</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Approach EVERY AI output with skeptical mindset</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Identify high-risk vs. low-risk tasks BEFORE using AI</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Ask: What's the consequence if this output is wrong?</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Reserve AI for appropriate use cases only</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71"/>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Task Risk Assessment Framework</a:t>
            </a:r>
            <a:endParaRPr/>
          </a:p>
        </p:txBody>
      </p:sp>
      <p:sp>
        <p:nvSpPr>
          <p:cNvPr id="1224" name="Google Shape;1224;p171"/>
          <p:cNvSpPr txBox="1"/>
          <p:nvPr/>
        </p:nvSpPr>
        <p:spPr>
          <a:xfrm>
            <a:off x="731520" y="822960"/>
            <a:ext cx="3657600" cy="34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400" u="none" cap="none" strike="noStrike">
                <a:solidFill>
                  <a:srgbClr val="4CAF50"/>
                </a:solidFill>
                <a:latin typeface="Calibri"/>
                <a:ea typeface="Calibri"/>
                <a:cs typeface="Calibri"/>
                <a:sym typeface="Calibri"/>
              </a:rPr>
              <a:t>Low-Risk (Good for AI) ✓</a:t>
            </a:r>
            <a:endParaRPr/>
          </a:p>
        </p:txBody>
      </p:sp>
      <p:sp>
        <p:nvSpPr>
          <p:cNvPr id="1225" name="Google Shape;1225;p171"/>
          <p:cNvSpPr txBox="1"/>
          <p:nvPr/>
        </p:nvSpPr>
        <p:spPr>
          <a:xfrm>
            <a:off x="731520" y="1303020"/>
            <a:ext cx="3657600" cy="342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404040"/>
                </a:solidFill>
                <a:latin typeface="Calibri"/>
                <a:ea typeface="Calibri"/>
                <a:cs typeface="Calibri"/>
                <a:sym typeface="Calibri"/>
              </a:rPr>
              <a:t>• Brainstorming ideas</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Creative writing / first drafts</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Summarizing non-critical info</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Generating examples</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Exploratory research</a:t>
            </a:r>
            <a:endParaRPr/>
          </a:p>
        </p:txBody>
      </p:sp>
      <p:sp>
        <p:nvSpPr>
          <p:cNvPr id="1226" name="Google Shape;1226;p171"/>
          <p:cNvSpPr txBox="1"/>
          <p:nvPr/>
        </p:nvSpPr>
        <p:spPr>
          <a:xfrm>
            <a:off x="4754880" y="822960"/>
            <a:ext cx="3657600" cy="34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400" u="none" cap="none" strike="noStrike">
                <a:solidFill>
                  <a:srgbClr val="F44336"/>
                </a:solidFill>
                <a:latin typeface="Calibri"/>
                <a:ea typeface="Calibri"/>
                <a:cs typeface="Calibri"/>
                <a:sym typeface="Calibri"/>
              </a:rPr>
              <a:t>High-Risk (Avoid AI) ✗</a:t>
            </a:r>
            <a:endParaRPr/>
          </a:p>
        </p:txBody>
      </p:sp>
      <p:sp>
        <p:nvSpPr>
          <p:cNvPr id="1227" name="Google Shape;1227;p171"/>
          <p:cNvSpPr txBox="1"/>
          <p:nvPr/>
        </p:nvSpPr>
        <p:spPr>
          <a:xfrm>
            <a:off x="4754880" y="1303020"/>
            <a:ext cx="3657600" cy="342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404040"/>
                </a:solidFill>
                <a:latin typeface="Calibri"/>
                <a:ea typeface="Calibri"/>
                <a:cs typeface="Calibri"/>
                <a:sym typeface="Calibri"/>
              </a:rPr>
              <a:t>• Precise financial data</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Legal precedent citations</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Medical advice</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Complex calculations</a:t>
            </a:r>
            <a:endParaRPr/>
          </a:p>
          <a:p>
            <a:pPr indent="0" lvl="0" marL="0" marR="0" rtl="0" algn="l">
              <a:spcBef>
                <a:spcPts val="800"/>
              </a:spcBef>
              <a:spcAft>
                <a:spcPts val="0"/>
              </a:spcAft>
              <a:buNone/>
            </a:pPr>
            <a:r>
              <a:rPr b="0" i="0" lang="en" sz="1800" u="none" cap="none" strike="noStrike">
                <a:solidFill>
                  <a:srgbClr val="404040"/>
                </a:solidFill>
                <a:latin typeface="Calibri"/>
                <a:ea typeface="Calibri"/>
                <a:cs typeface="Calibri"/>
                <a:sym typeface="Calibri"/>
              </a:rPr>
              <a:t>• Compliance-critical content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172"/>
          <p:cNvSpPr/>
          <p:nvPr/>
        </p:nvSpPr>
        <p:spPr>
          <a:xfrm>
            <a:off x="0" y="0"/>
            <a:ext cx="9144000" cy="685800"/>
          </a:xfrm>
          <a:prstGeom prst="rect">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3" name="Google Shape;1233;p172"/>
          <p:cNvSpPr txBox="1"/>
          <p:nvPr/>
        </p:nvSpPr>
        <p:spPr>
          <a:xfrm>
            <a:off x="457200" y="102870"/>
            <a:ext cx="8229600" cy="4800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600" u="none" cap="none" strike="noStrike">
                <a:solidFill>
                  <a:srgbClr val="FFFFFF"/>
                </a:solidFill>
                <a:latin typeface="Calibri"/>
                <a:ea typeface="Calibri"/>
                <a:cs typeface="Calibri"/>
                <a:sym typeface="Calibri"/>
              </a:rPr>
              <a:t>Skill 2: Foundational Prompt Engineering</a:t>
            </a:r>
            <a:endParaRPr/>
          </a:p>
        </p:txBody>
      </p:sp>
      <p:sp>
        <p:nvSpPr>
          <p:cNvPr id="1234" name="Google Shape;1234;p172"/>
          <p:cNvSpPr txBox="1"/>
          <p:nvPr/>
        </p:nvSpPr>
        <p:spPr>
          <a:xfrm>
            <a:off x="731520" y="1028700"/>
            <a:ext cx="7680960" cy="377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Output quality is HIGHLY DEPENDENT on input quality</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Move from simple keyword queries to context-rich prompts</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Essential elements of strong prompts:</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Clear role/persona (e.g., 'Act as a CTO...')</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Specific context and constraints</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Desired format, tone, and length</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Relevant background information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173"/>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Prompt Engineering: Before &amp; After</a:t>
            </a:r>
            <a:endParaRPr/>
          </a:p>
        </p:txBody>
      </p:sp>
      <p:sp>
        <p:nvSpPr>
          <p:cNvPr id="1240" name="Google Shape;1240;p173"/>
          <p:cNvSpPr txBox="1"/>
          <p:nvPr/>
        </p:nvSpPr>
        <p:spPr>
          <a:xfrm>
            <a:off x="914400" y="822960"/>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000" u="none" cap="none" strike="noStrike">
                <a:solidFill>
                  <a:srgbClr val="F44336"/>
                </a:solidFill>
                <a:latin typeface="Calibri"/>
                <a:ea typeface="Calibri"/>
                <a:cs typeface="Calibri"/>
                <a:sym typeface="Calibri"/>
              </a:rPr>
              <a:t>❌ WEAK PROMPT:</a:t>
            </a:r>
            <a:endParaRPr/>
          </a:p>
        </p:txBody>
      </p:sp>
      <p:sp>
        <p:nvSpPr>
          <p:cNvPr id="1241" name="Google Shape;1241;p173"/>
          <p:cNvSpPr/>
          <p:nvPr/>
        </p:nvSpPr>
        <p:spPr>
          <a:xfrm>
            <a:off x="914400" y="1165860"/>
            <a:ext cx="7315200" cy="548640"/>
          </a:xfrm>
          <a:prstGeom prst="roundRect">
            <a:avLst>
              <a:gd fmla="val 16667" name="adj"/>
            </a:avLst>
          </a:prstGeom>
          <a:solidFill>
            <a:srgbClr val="FFF0F0"/>
          </a:solidFill>
          <a:ln cap="flat" cmpd="sng" w="9525">
            <a:solidFill>
              <a:srgbClr val="F4433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2" name="Google Shape;1242;p173"/>
          <p:cNvSpPr txBox="1"/>
          <p:nvPr/>
        </p:nvSpPr>
        <p:spPr>
          <a:xfrm>
            <a:off x="1097280" y="1303020"/>
            <a:ext cx="69494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800" u="none" cap="none" strike="noStrike">
                <a:solidFill>
                  <a:srgbClr val="404040"/>
                </a:solidFill>
                <a:latin typeface="Calibri"/>
                <a:ea typeface="Calibri"/>
                <a:cs typeface="Calibri"/>
                <a:sym typeface="Calibri"/>
              </a:rPr>
              <a:t>"AI adoption blockers"</a:t>
            </a:r>
            <a:endParaRPr/>
          </a:p>
        </p:txBody>
      </p:sp>
      <p:sp>
        <p:nvSpPr>
          <p:cNvPr id="1243" name="Google Shape;1243;p173"/>
          <p:cNvSpPr txBox="1"/>
          <p:nvPr/>
        </p:nvSpPr>
        <p:spPr>
          <a:xfrm>
            <a:off x="914400" y="2057400"/>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000" u="none" cap="none" strike="noStrike">
                <a:solidFill>
                  <a:srgbClr val="4CAF50"/>
                </a:solidFill>
                <a:latin typeface="Calibri"/>
                <a:ea typeface="Calibri"/>
                <a:cs typeface="Calibri"/>
                <a:sym typeface="Calibri"/>
              </a:rPr>
              <a:t>✓ STRONG PROMPT:</a:t>
            </a:r>
            <a:endParaRPr/>
          </a:p>
        </p:txBody>
      </p:sp>
      <p:sp>
        <p:nvSpPr>
          <p:cNvPr id="1244" name="Google Shape;1244;p173"/>
          <p:cNvSpPr/>
          <p:nvPr/>
        </p:nvSpPr>
        <p:spPr>
          <a:xfrm>
            <a:off x="914400" y="2400300"/>
            <a:ext cx="7315200" cy="1920240"/>
          </a:xfrm>
          <a:prstGeom prst="roundRect">
            <a:avLst>
              <a:gd fmla="val 16667" name="adj"/>
            </a:avLst>
          </a:prstGeom>
          <a:solidFill>
            <a:srgbClr val="F0FFF0"/>
          </a:solidFill>
          <a:ln cap="flat" cmpd="sng" w="9525">
            <a:solidFill>
              <a:srgbClr val="4CAF5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5" name="Google Shape;1245;p173"/>
          <p:cNvSpPr txBox="1"/>
          <p:nvPr/>
        </p:nvSpPr>
        <p:spPr>
          <a:xfrm>
            <a:off x="1097280" y="2537460"/>
            <a:ext cx="6949440" cy="1645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600" u="none" cap="none" strike="noStrike">
                <a:solidFill>
                  <a:srgbClr val="404040"/>
                </a:solidFill>
                <a:latin typeface="Calibri"/>
                <a:ea typeface="Calibri"/>
                <a:cs typeface="Calibri"/>
                <a:sym typeface="Calibri"/>
              </a:rPr>
              <a:t>"Act as a CTO preparing a board presentation. Write three bullet points explaining the primary blockers to AI adoption in enterprise environments. Focus specifically on trust and data security concerns. Use executive-level language and keep each point to 2-3 sentences. The audience is non-technical board members."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74"/>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Why Better Prompts Work</a:t>
            </a:r>
            <a:endParaRPr/>
          </a:p>
        </p:txBody>
      </p:sp>
      <p:sp>
        <p:nvSpPr>
          <p:cNvPr id="1251" name="Google Shape;1251;p174"/>
          <p:cNvSpPr/>
          <p:nvPr/>
        </p:nvSpPr>
        <p:spPr>
          <a:xfrm>
            <a:off x="1371600" y="1028700"/>
            <a:ext cx="6400800" cy="1371600"/>
          </a:xfrm>
          <a:prstGeom prst="roundRect">
            <a:avLst>
              <a:gd fmla="val 16667" name="adj"/>
            </a:avLst>
          </a:prstGeom>
          <a:solidFill>
            <a:srgbClr val="F0F0F0"/>
          </a:solidFill>
          <a:ln cap="flat" cmpd="sng" w="38100">
            <a:solidFill>
              <a:srgbClr val="F2641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2" name="Google Shape;1252;p174"/>
          <p:cNvSpPr txBox="1"/>
          <p:nvPr/>
        </p:nvSpPr>
        <p:spPr>
          <a:xfrm>
            <a:off x="1828800" y="1371600"/>
            <a:ext cx="5486400" cy="685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800" u="none" cap="none" strike="noStrike">
                <a:solidFill>
                  <a:srgbClr val="1F4E79"/>
                </a:solidFill>
                <a:latin typeface="Calibri"/>
                <a:ea typeface="Calibri"/>
                <a:cs typeface="Calibri"/>
                <a:sym typeface="Calibri"/>
              </a:rPr>
              <a:t>Context-rich prompts narrow the AI's 'probabilistic search space'</a:t>
            </a:r>
            <a:endParaRPr/>
          </a:p>
        </p:txBody>
      </p:sp>
      <p:sp>
        <p:nvSpPr>
          <p:cNvPr id="1253" name="Google Shape;1253;p174"/>
          <p:cNvSpPr txBox="1"/>
          <p:nvPr/>
        </p:nvSpPr>
        <p:spPr>
          <a:xfrm>
            <a:off x="914400" y="2743200"/>
            <a:ext cx="7315200" cy="205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 More constraints = fewer possible outputs = higher chance of relevant response</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Specific role/persona activates relevant training patterns</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Format guidance prevents rambling or off-target responses</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Think of it as 'steering' the probability distribution toward better answers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75"/>
          <p:cNvSpPr/>
          <p:nvPr/>
        </p:nvSpPr>
        <p:spPr>
          <a:xfrm>
            <a:off x="0" y="0"/>
            <a:ext cx="9144000" cy="685800"/>
          </a:xfrm>
          <a:prstGeom prst="rect">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9" name="Google Shape;1259;p175"/>
          <p:cNvSpPr txBox="1"/>
          <p:nvPr/>
        </p:nvSpPr>
        <p:spPr>
          <a:xfrm>
            <a:off x="457200" y="102870"/>
            <a:ext cx="8229600" cy="4800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600" u="none" cap="none" strike="noStrike">
                <a:solidFill>
                  <a:srgbClr val="FFFFFF"/>
                </a:solidFill>
                <a:latin typeface="Calibri"/>
                <a:ea typeface="Calibri"/>
                <a:cs typeface="Calibri"/>
                <a:sym typeface="Calibri"/>
              </a:rPr>
              <a:t>Skill 3: Fact-Verification &amp; Grounding</a:t>
            </a:r>
            <a:endParaRPr/>
          </a:p>
        </p:txBody>
      </p:sp>
      <p:sp>
        <p:nvSpPr>
          <p:cNvPr id="1260" name="Google Shape;1260;p175"/>
          <p:cNvSpPr txBox="1"/>
          <p:nvPr/>
        </p:nvSpPr>
        <p:spPr>
          <a:xfrm>
            <a:off x="731520" y="1028700"/>
            <a:ext cx="7680960" cy="377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For Individual Users: Manual verification workflow</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Step 1: Use AI to generate claim/summary/draft</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Step 2: Verify with trusted sources (journals, official docs, reputable news)</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Step 3: Never publish AI output without verification</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For Organizations: Implement RAG (Retrieval-Augmented Generation)</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Connects LLM to curated database of trusted documents</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Forces responses to be 'grounded' in verifiable information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176"/>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RAG: The Technical Solution to Trust Deficit</a:t>
            </a:r>
            <a:endParaRPr/>
          </a:p>
        </p:txBody>
      </p:sp>
      <p:sp>
        <p:nvSpPr>
          <p:cNvPr id="1266" name="Google Shape;1266;p176"/>
          <p:cNvSpPr/>
          <p:nvPr/>
        </p:nvSpPr>
        <p:spPr>
          <a:xfrm>
            <a:off x="1371600" y="1028700"/>
            <a:ext cx="6400800" cy="1371600"/>
          </a:xfrm>
          <a:prstGeom prst="roundRect">
            <a:avLst>
              <a:gd fmla="val 16667" name="adj"/>
            </a:avLst>
          </a:prstGeom>
          <a:solidFill>
            <a:srgbClr val="F0F0F0"/>
          </a:solidFill>
          <a:ln cap="flat" cmpd="sng" w="38100">
            <a:solidFill>
              <a:srgbClr val="F2641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7" name="Google Shape;1267;p176"/>
          <p:cNvSpPr txBox="1"/>
          <p:nvPr/>
        </p:nvSpPr>
        <p:spPr>
          <a:xfrm>
            <a:off x="1828800" y="1371600"/>
            <a:ext cx="5486400" cy="685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800" u="none" cap="none" strike="noStrike">
                <a:solidFill>
                  <a:srgbClr val="1F4E79"/>
                </a:solidFill>
                <a:latin typeface="Calibri"/>
                <a:ea typeface="Calibri"/>
                <a:cs typeface="Calibri"/>
                <a:sym typeface="Calibri"/>
              </a:rPr>
              <a:t>Retrieval-Augmented Generation = AI + Your Trusted Knowledge Base</a:t>
            </a:r>
            <a:endParaRPr/>
          </a:p>
        </p:txBody>
      </p:sp>
      <p:sp>
        <p:nvSpPr>
          <p:cNvPr id="1268" name="Google Shape;1268;p176"/>
          <p:cNvSpPr txBox="1"/>
          <p:nvPr/>
        </p:nvSpPr>
        <p:spPr>
          <a:xfrm>
            <a:off x="914400" y="2743200"/>
            <a:ext cx="7315200" cy="205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 RAG retrieves relevant documents from your database BEFORE generating responses</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AI's response must be grounded in those retrieved documents</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Often provides citations to source documents for verification</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Dramatically reduces hallucinations for enterprise use cases</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 RAG is the key bridge to overcoming Trust Deficit at scale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177"/>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Verification Workflow (User-Level)</a:t>
            </a:r>
            <a:endParaRPr/>
          </a:p>
        </p:txBody>
      </p:sp>
      <p:sp>
        <p:nvSpPr>
          <p:cNvPr id="1274" name="Google Shape;1274;p177"/>
          <p:cNvSpPr/>
          <p:nvPr/>
        </p:nvSpPr>
        <p:spPr>
          <a:xfrm>
            <a:off x="914400" y="1028700"/>
            <a:ext cx="548640" cy="411480"/>
          </a:xfrm>
          <a:prstGeom prst="ellipse">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5" name="Google Shape;1275;p177"/>
          <p:cNvSpPr txBox="1"/>
          <p:nvPr/>
        </p:nvSpPr>
        <p:spPr>
          <a:xfrm>
            <a:off x="914400" y="1028700"/>
            <a:ext cx="548640" cy="4114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400" u="none" cap="none" strike="noStrike">
                <a:solidFill>
                  <a:srgbClr val="FFFFFF"/>
                </a:solidFill>
                <a:latin typeface="Calibri"/>
                <a:ea typeface="Calibri"/>
                <a:cs typeface="Calibri"/>
                <a:sym typeface="Calibri"/>
              </a:rPr>
              <a:t>1</a:t>
            </a:r>
            <a:endParaRPr/>
          </a:p>
        </p:txBody>
      </p:sp>
      <p:sp>
        <p:nvSpPr>
          <p:cNvPr id="1276" name="Google Shape;1276;p177"/>
          <p:cNvSpPr txBox="1"/>
          <p:nvPr/>
        </p:nvSpPr>
        <p:spPr>
          <a:xfrm>
            <a:off x="1828800" y="1028700"/>
            <a:ext cx="6400800" cy="41148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Generate: Use AI to create initial draft, summary, or answer</a:t>
            </a:r>
            <a:endParaRPr/>
          </a:p>
        </p:txBody>
      </p:sp>
      <p:sp>
        <p:nvSpPr>
          <p:cNvPr id="1277" name="Google Shape;1277;p177"/>
          <p:cNvSpPr/>
          <p:nvPr/>
        </p:nvSpPr>
        <p:spPr>
          <a:xfrm>
            <a:off x="914400" y="1645920"/>
            <a:ext cx="548640" cy="411480"/>
          </a:xfrm>
          <a:prstGeom prst="ellipse">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8" name="Google Shape;1278;p177"/>
          <p:cNvSpPr txBox="1"/>
          <p:nvPr/>
        </p:nvSpPr>
        <p:spPr>
          <a:xfrm>
            <a:off x="914400" y="1645920"/>
            <a:ext cx="548640" cy="4114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400" u="none" cap="none" strike="noStrike">
                <a:solidFill>
                  <a:srgbClr val="FFFFFF"/>
                </a:solidFill>
                <a:latin typeface="Calibri"/>
                <a:ea typeface="Calibri"/>
                <a:cs typeface="Calibri"/>
                <a:sym typeface="Calibri"/>
              </a:rPr>
              <a:t>2</a:t>
            </a:r>
            <a:endParaRPr/>
          </a:p>
        </p:txBody>
      </p:sp>
      <p:sp>
        <p:nvSpPr>
          <p:cNvPr id="1279" name="Google Shape;1279;p177"/>
          <p:cNvSpPr txBox="1"/>
          <p:nvPr/>
        </p:nvSpPr>
        <p:spPr>
          <a:xfrm>
            <a:off x="1828800" y="1645920"/>
            <a:ext cx="6400800" cy="41148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Identify Claims: Extract specific factual claims requiring verification</a:t>
            </a:r>
            <a:endParaRPr/>
          </a:p>
        </p:txBody>
      </p:sp>
      <p:sp>
        <p:nvSpPr>
          <p:cNvPr id="1280" name="Google Shape;1280;p177"/>
          <p:cNvSpPr/>
          <p:nvPr/>
        </p:nvSpPr>
        <p:spPr>
          <a:xfrm>
            <a:off x="914400" y="2263140"/>
            <a:ext cx="548640" cy="411480"/>
          </a:xfrm>
          <a:prstGeom prst="ellipse">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1" name="Google Shape;1281;p177"/>
          <p:cNvSpPr txBox="1"/>
          <p:nvPr/>
        </p:nvSpPr>
        <p:spPr>
          <a:xfrm>
            <a:off x="914400" y="2263140"/>
            <a:ext cx="548640" cy="4114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400" u="none" cap="none" strike="noStrike">
                <a:solidFill>
                  <a:srgbClr val="FFFFFF"/>
                </a:solidFill>
                <a:latin typeface="Calibri"/>
                <a:ea typeface="Calibri"/>
                <a:cs typeface="Calibri"/>
                <a:sym typeface="Calibri"/>
              </a:rPr>
              <a:t>3</a:t>
            </a:r>
            <a:endParaRPr/>
          </a:p>
        </p:txBody>
      </p:sp>
      <p:sp>
        <p:nvSpPr>
          <p:cNvPr id="1282" name="Google Shape;1282;p177"/>
          <p:cNvSpPr txBox="1"/>
          <p:nvPr/>
        </p:nvSpPr>
        <p:spPr>
          <a:xfrm>
            <a:off x="1828800" y="2263140"/>
            <a:ext cx="6400800" cy="41148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Cross-Reference: Check claims against 2-3 authoritative sources</a:t>
            </a:r>
            <a:endParaRPr/>
          </a:p>
        </p:txBody>
      </p:sp>
      <p:sp>
        <p:nvSpPr>
          <p:cNvPr id="1283" name="Google Shape;1283;p177"/>
          <p:cNvSpPr/>
          <p:nvPr/>
        </p:nvSpPr>
        <p:spPr>
          <a:xfrm>
            <a:off x="914400" y="2880360"/>
            <a:ext cx="548640" cy="411480"/>
          </a:xfrm>
          <a:prstGeom prst="ellipse">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4" name="Google Shape;1284;p177"/>
          <p:cNvSpPr txBox="1"/>
          <p:nvPr/>
        </p:nvSpPr>
        <p:spPr>
          <a:xfrm>
            <a:off x="914400" y="2880360"/>
            <a:ext cx="548640" cy="4114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400" u="none" cap="none" strike="noStrike">
                <a:solidFill>
                  <a:srgbClr val="FFFFFF"/>
                </a:solidFill>
                <a:latin typeface="Calibri"/>
                <a:ea typeface="Calibri"/>
                <a:cs typeface="Calibri"/>
                <a:sym typeface="Calibri"/>
              </a:rPr>
              <a:t>4</a:t>
            </a:r>
            <a:endParaRPr/>
          </a:p>
        </p:txBody>
      </p:sp>
      <p:sp>
        <p:nvSpPr>
          <p:cNvPr id="1285" name="Google Shape;1285;p177"/>
          <p:cNvSpPr txBox="1"/>
          <p:nvPr/>
        </p:nvSpPr>
        <p:spPr>
          <a:xfrm>
            <a:off x="1828800" y="2880360"/>
            <a:ext cx="6400800" cy="41148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Flag Conflicts: Note any discrepancies between AI output and trusted sources</a:t>
            </a:r>
            <a:endParaRPr/>
          </a:p>
        </p:txBody>
      </p:sp>
      <p:sp>
        <p:nvSpPr>
          <p:cNvPr id="1286" name="Google Shape;1286;p177"/>
          <p:cNvSpPr/>
          <p:nvPr/>
        </p:nvSpPr>
        <p:spPr>
          <a:xfrm>
            <a:off x="914400" y="3497580"/>
            <a:ext cx="548640" cy="411480"/>
          </a:xfrm>
          <a:prstGeom prst="ellipse">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7" name="Google Shape;1287;p177"/>
          <p:cNvSpPr txBox="1"/>
          <p:nvPr/>
        </p:nvSpPr>
        <p:spPr>
          <a:xfrm>
            <a:off x="914400" y="3497580"/>
            <a:ext cx="548640" cy="41148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2400" u="none" cap="none" strike="noStrike">
                <a:solidFill>
                  <a:srgbClr val="FFFFFF"/>
                </a:solidFill>
                <a:latin typeface="Calibri"/>
                <a:ea typeface="Calibri"/>
                <a:cs typeface="Calibri"/>
                <a:sym typeface="Calibri"/>
              </a:rPr>
              <a:t>5</a:t>
            </a:r>
            <a:endParaRPr/>
          </a:p>
        </p:txBody>
      </p:sp>
      <p:sp>
        <p:nvSpPr>
          <p:cNvPr id="1288" name="Google Shape;1288;p177"/>
          <p:cNvSpPr txBox="1"/>
          <p:nvPr/>
        </p:nvSpPr>
        <p:spPr>
          <a:xfrm>
            <a:off x="1828800" y="3497580"/>
            <a:ext cx="6400800" cy="41148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Revise &amp; Finalize: Correct errors before using the content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78"/>
          <p:cNvSpPr/>
          <p:nvPr/>
        </p:nvSpPr>
        <p:spPr>
          <a:xfrm>
            <a:off x="0" y="0"/>
            <a:ext cx="9144000" cy="822960"/>
          </a:xfrm>
          <a:prstGeom prst="rect">
            <a:avLst/>
          </a:prstGeom>
          <a:solidFill>
            <a:srgbClr val="F264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4" name="Google Shape;1294;p178"/>
          <p:cNvSpPr txBox="1"/>
          <p:nvPr/>
        </p:nvSpPr>
        <p:spPr>
          <a:xfrm>
            <a:off x="457200" y="137160"/>
            <a:ext cx="82296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3600" u="none" cap="none" strike="noStrike">
                <a:solidFill>
                  <a:srgbClr val="FFFFFF"/>
                </a:solidFill>
                <a:latin typeface="Calibri"/>
                <a:ea typeface="Calibri"/>
                <a:cs typeface="Calibri"/>
                <a:sym typeface="Calibri"/>
              </a:rPr>
              <a:t>Practice Activity: Risk Assessment</a:t>
            </a:r>
            <a:endParaRPr/>
          </a:p>
        </p:txBody>
      </p:sp>
      <p:sp>
        <p:nvSpPr>
          <p:cNvPr id="1295" name="Google Shape;1295;p178"/>
          <p:cNvSpPr txBox="1"/>
          <p:nvPr/>
        </p:nvSpPr>
        <p:spPr>
          <a:xfrm>
            <a:off x="914400" y="1234440"/>
            <a:ext cx="73152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1F4E79"/>
                </a:solidFill>
                <a:latin typeface="Calibri"/>
                <a:ea typeface="Calibri"/>
                <a:cs typeface="Calibri"/>
                <a:sym typeface="Calibri"/>
              </a:rPr>
              <a:t>For each scenario below, identify if it's LOW-RISK or HIGH-RISK for AI use:</a:t>
            </a:r>
            <a:endParaRPr/>
          </a:p>
        </p:txBody>
      </p:sp>
      <p:sp>
        <p:nvSpPr>
          <p:cNvPr id="1296" name="Google Shape;1296;p178"/>
          <p:cNvSpPr txBox="1"/>
          <p:nvPr/>
        </p:nvSpPr>
        <p:spPr>
          <a:xfrm>
            <a:off x="1371600" y="2194560"/>
            <a:ext cx="6400800" cy="205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1. Drafting initial talking points for a sales call</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2. Calculating tax liability for quarterly filing</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3. Brainstorming blog post topics for your marketing team</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4. Citing case law for a legal brief</a:t>
            </a:r>
            <a:endParaRPr/>
          </a:p>
          <a:p>
            <a:pPr indent="0" lvl="0" marL="0" marR="0" rtl="0" algn="l">
              <a:spcBef>
                <a:spcPts val="1000"/>
              </a:spcBef>
              <a:spcAft>
                <a:spcPts val="0"/>
              </a:spcAft>
              <a:buNone/>
            </a:pPr>
            <a:r>
              <a:rPr b="0" i="0" lang="en" sz="2000" u="none" cap="none" strike="noStrike">
                <a:solidFill>
                  <a:srgbClr val="404040"/>
                </a:solidFill>
                <a:latin typeface="Calibri"/>
                <a:ea typeface="Calibri"/>
                <a:cs typeface="Calibri"/>
                <a:sym typeface="Calibri"/>
              </a:rPr>
              <a:t>5. Generating a first draft of employee onboarding checklist</a:t>
            </a:r>
            <a:endParaRPr/>
          </a:p>
        </p:txBody>
      </p:sp>
      <p:sp>
        <p:nvSpPr>
          <p:cNvPr id="1297" name="Google Shape;1297;p178"/>
          <p:cNvSpPr txBox="1"/>
          <p:nvPr/>
        </p:nvSpPr>
        <p:spPr>
          <a:xfrm>
            <a:off x="914400" y="4457700"/>
            <a:ext cx="73152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 sz="1400" u="none" cap="none" strike="noStrike">
                <a:solidFill>
                  <a:srgbClr val="F26419"/>
                </a:solidFill>
                <a:latin typeface="Calibri"/>
                <a:ea typeface="Calibri"/>
                <a:cs typeface="Calibri"/>
                <a:sym typeface="Calibri"/>
              </a:rPr>
              <a:t>[FACILITATOR NOTE: Answers: Low, High, Low, High, Low — discuss why]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179"/>
          <p:cNvSpPr/>
          <p:nvPr/>
        </p:nvSpPr>
        <p:spPr>
          <a:xfrm>
            <a:off x="0" y="0"/>
            <a:ext cx="9144000" cy="822960"/>
          </a:xfrm>
          <a:prstGeom prst="rect">
            <a:avLst/>
          </a:prstGeom>
          <a:solidFill>
            <a:srgbClr val="4CAF5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3" name="Google Shape;1303;p179"/>
          <p:cNvSpPr txBox="1"/>
          <p:nvPr/>
        </p:nvSpPr>
        <p:spPr>
          <a:xfrm>
            <a:off x="457200" y="137160"/>
            <a:ext cx="82296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4000" u="none" cap="none" strike="noStrike">
                <a:solidFill>
                  <a:srgbClr val="FFFFFF"/>
                </a:solidFill>
                <a:latin typeface="Calibri"/>
                <a:ea typeface="Calibri"/>
                <a:cs typeface="Calibri"/>
                <a:sym typeface="Calibri"/>
              </a:rPr>
              <a:t>Key Takeaways</a:t>
            </a:r>
            <a:endParaRPr/>
          </a:p>
        </p:txBody>
      </p:sp>
      <p:sp>
        <p:nvSpPr>
          <p:cNvPr id="1304" name="Google Shape;1304;p179"/>
          <p:cNvSpPr txBox="1"/>
          <p:nvPr/>
        </p:nvSpPr>
        <p:spPr>
          <a:xfrm>
            <a:off x="914400" y="1371600"/>
            <a:ext cx="7315200" cy="342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2200" u="none" cap="none" strike="noStrike">
                <a:solidFill>
                  <a:srgbClr val="1F4E79"/>
                </a:solidFill>
                <a:latin typeface="Calibri"/>
                <a:ea typeface="Calibri"/>
                <a:cs typeface="Calibri"/>
                <a:sym typeface="Calibri"/>
              </a:rPr>
              <a:t>1. Embrace Reality: AI is a probabilistic 'plausibility engine,' not a fact database</a:t>
            </a:r>
            <a:endParaRPr/>
          </a:p>
          <a:p>
            <a:pPr indent="0" lvl="0" marL="0" marR="0" rtl="0" algn="l">
              <a:spcBef>
                <a:spcPts val="1600"/>
              </a:spcBef>
              <a:spcAft>
                <a:spcPts val="0"/>
              </a:spcAft>
              <a:buNone/>
            </a:pPr>
            <a:r>
              <a:rPr b="1" i="0" lang="en" sz="2200" u="none" cap="none" strike="noStrike">
                <a:solidFill>
                  <a:srgbClr val="1F4E79"/>
                </a:solidFill>
                <a:latin typeface="Calibri"/>
                <a:ea typeface="Calibri"/>
                <a:cs typeface="Calibri"/>
                <a:sym typeface="Calibri"/>
              </a:rPr>
              <a:t>2. Name the Blocker: The 'Trust Deficit' is rational — manage it, don't ignore it</a:t>
            </a:r>
            <a:endParaRPr/>
          </a:p>
          <a:p>
            <a:pPr indent="0" lvl="0" marL="0" marR="0" rtl="0" algn="l">
              <a:spcBef>
                <a:spcPts val="1600"/>
              </a:spcBef>
              <a:spcAft>
                <a:spcPts val="0"/>
              </a:spcAft>
              <a:buNone/>
            </a:pPr>
            <a:r>
              <a:rPr b="1" i="0" lang="en" sz="2200" u="none" cap="none" strike="noStrike">
                <a:solidFill>
                  <a:srgbClr val="1F4E79"/>
                </a:solidFill>
                <a:latin typeface="Calibri"/>
                <a:ea typeface="Calibri"/>
                <a:cs typeface="Calibri"/>
                <a:sym typeface="Calibri"/>
              </a:rPr>
              <a:t>3. Adopt the Mindset: Shift from 'trust but verify' to 'distrust until verified'</a:t>
            </a:r>
            <a:endParaRPr/>
          </a:p>
          <a:p>
            <a:pPr indent="0" lvl="0" marL="0" marR="0" rtl="0" algn="l">
              <a:spcBef>
                <a:spcPts val="1600"/>
              </a:spcBef>
              <a:spcAft>
                <a:spcPts val="0"/>
              </a:spcAft>
              <a:buNone/>
            </a:pPr>
            <a:r>
              <a:rPr b="1" i="0" lang="en" sz="2200" u="none" cap="none" strike="noStrike">
                <a:solidFill>
                  <a:srgbClr val="1F4E79"/>
                </a:solidFill>
                <a:latin typeface="Calibri"/>
                <a:ea typeface="Calibri"/>
                <a:cs typeface="Calibri"/>
                <a:sym typeface="Calibri"/>
              </a:rPr>
              <a:t>4. Build Foundation: Master critical thinking, better prompting, and verification workflows (like RAG) to build calibrated trust</a:t>
            </a:r>
            <a:endParaRPr/>
          </a:p>
          <a:p>
            <a:pPr indent="0" lvl="0" marL="0" marR="0" rtl="0" algn="l">
              <a:spcBef>
                <a:spcPts val="1600"/>
              </a:spcBef>
              <a:spcAft>
                <a:spcPts val="0"/>
              </a:spcAft>
              <a:buNone/>
            </a:pPr>
            <a:r>
              <a:rPr b="1" i="0" lang="en" sz="2200" u="none" cap="none" strike="noStrike">
                <a:solidFill>
                  <a:srgbClr val="1F4E79"/>
                </a:solidFill>
                <a:latin typeface="Calibri"/>
                <a:ea typeface="Calibri"/>
                <a:cs typeface="Calibri"/>
                <a:sym typeface="Calibri"/>
              </a:rPr>
              <a:t>5. Level 1 is the Gateway: Mastering these fundamentals unlocks more advanced, collaborative AI use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80"/>
          <p:cNvSpPr/>
          <p:nvPr/>
        </p:nvSpPr>
        <p:spPr>
          <a:xfrm>
            <a:off x="0" y="0"/>
            <a:ext cx="9144000" cy="685800"/>
          </a:xfrm>
          <a:prstGeom prst="rect">
            <a:avLst/>
          </a:prstGeom>
          <a:solidFill>
            <a:srgbClr val="1F4E7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0" name="Google Shape;1310;p180"/>
          <p:cNvSpPr txBox="1"/>
          <p:nvPr/>
        </p:nvSpPr>
        <p:spPr>
          <a:xfrm>
            <a:off x="457200" y="102870"/>
            <a:ext cx="8229600" cy="4800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600" u="none" cap="none" strike="noStrike">
                <a:solidFill>
                  <a:srgbClr val="FFFFFF"/>
                </a:solidFill>
                <a:latin typeface="Calibri"/>
                <a:ea typeface="Calibri"/>
                <a:cs typeface="Calibri"/>
                <a:sym typeface="Calibri"/>
              </a:rPr>
              <a:t>Your Next Steps: Applying What You've Learned</a:t>
            </a:r>
            <a:endParaRPr/>
          </a:p>
        </p:txBody>
      </p:sp>
      <p:sp>
        <p:nvSpPr>
          <p:cNvPr id="1311" name="Google Shape;1311;p180"/>
          <p:cNvSpPr txBox="1"/>
          <p:nvPr/>
        </p:nvSpPr>
        <p:spPr>
          <a:xfrm>
            <a:off x="731520" y="1028700"/>
            <a:ext cx="7680960" cy="377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2000" u="none" cap="none" strike="noStrike">
                <a:solidFill>
                  <a:srgbClr val="404040"/>
                </a:solidFill>
                <a:latin typeface="Calibri"/>
                <a:ea typeface="Calibri"/>
                <a:cs typeface="Calibri"/>
                <a:sym typeface="Calibri"/>
              </a:rPr>
              <a:t>Immediate Actions:</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Identify 3 current tasks: classify them as low-risk or high-risk for AI</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Rewrite one of your typical AI prompts using the role/context/format framework</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Establish a personal verification checklist for AI outputs</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This Week:</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Practice the 'distrust until verified' mindset on 5 AI interactions</a:t>
            </a:r>
            <a:endParaRPr/>
          </a:p>
          <a:p>
            <a:pPr indent="0" lvl="0" marL="0" marR="0" rtl="0" algn="l">
              <a:spcBef>
                <a:spcPts val="1200"/>
              </a:spcBef>
              <a:spcAft>
                <a:spcPts val="0"/>
              </a:spcAft>
              <a:buNone/>
            </a:pPr>
            <a:r>
              <a:rPr b="0" i="0" lang="en" sz="2000" u="none" cap="none" strike="noStrike">
                <a:solidFill>
                  <a:srgbClr val="404040"/>
                </a:solidFill>
                <a:latin typeface="Calibri"/>
                <a:ea typeface="Calibri"/>
                <a:cs typeface="Calibri"/>
                <a:sym typeface="Calibri"/>
              </a:rPr>
              <a:t>   • Share one 'hallucination story' with your team to build collective awareness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181"/>
          <p:cNvSpPr txBox="1"/>
          <p:nvPr/>
        </p:nvSpPr>
        <p:spPr>
          <a:xfrm>
            <a:off x="457200" y="205740"/>
            <a:ext cx="82296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rgbClr val="1F4E79"/>
                </a:solidFill>
                <a:latin typeface="Calibri"/>
                <a:ea typeface="Calibri"/>
                <a:cs typeface="Calibri"/>
                <a:sym typeface="Calibri"/>
              </a:rPr>
              <a:t>Additional Resources &amp; References</a:t>
            </a:r>
            <a:endParaRPr/>
          </a:p>
        </p:txBody>
      </p:sp>
      <p:sp>
        <p:nvSpPr>
          <p:cNvPr id="1317" name="Google Shape;1317;p181"/>
          <p:cNvSpPr txBox="1"/>
          <p:nvPr/>
        </p:nvSpPr>
        <p:spPr>
          <a:xfrm>
            <a:off x="731520" y="891540"/>
            <a:ext cx="7680960" cy="377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 sz="1600" u="none" cap="none" strike="noStrike">
                <a:solidFill>
                  <a:srgbClr val="404040"/>
                </a:solidFill>
                <a:latin typeface="Calibri"/>
                <a:ea typeface="Calibri"/>
                <a:cs typeface="Calibri"/>
                <a:sym typeface="Calibri"/>
              </a:rPr>
              <a:t>• Ji, Z., et al. (2025). 'A Rigorous Treatment of Hallucination in Large Language Models'</a:t>
            </a:r>
            <a:endParaRPr/>
          </a:p>
          <a:p>
            <a:pPr indent="0" lvl="0" marL="0" marR="0" rtl="0" algn="l">
              <a:spcBef>
                <a:spcPts val="800"/>
              </a:spcBef>
              <a:spcAft>
                <a:spcPts val="0"/>
              </a:spcAft>
              <a:buNone/>
            </a:pPr>
            <a:r>
              <a:rPr b="0" i="0" lang="en" sz="1600" u="none" cap="none" strike="noStrike">
                <a:solidFill>
                  <a:srgbClr val="404040"/>
                </a:solidFill>
                <a:latin typeface="Calibri"/>
                <a:ea typeface="Calibri"/>
                <a:cs typeface="Calibri"/>
                <a:sym typeface="Calibri"/>
              </a:rPr>
              <a:t>• Kalai, A. T., &amp; Vempala, S. (2025). 'Why Language Models Hallucinate'</a:t>
            </a:r>
            <a:endParaRPr/>
          </a:p>
          <a:p>
            <a:pPr indent="0" lvl="0" marL="0" marR="0" rtl="0" algn="l">
              <a:spcBef>
                <a:spcPts val="800"/>
              </a:spcBef>
              <a:spcAft>
                <a:spcPts val="0"/>
              </a:spcAft>
              <a:buNone/>
            </a:pPr>
            <a:r>
              <a:rPr b="0" i="0" lang="en" sz="1600" u="none" cap="none" strike="noStrike">
                <a:solidFill>
                  <a:srgbClr val="404040"/>
                </a:solidFill>
                <a:latin typeface="Calibri"/>
                <a:ea typeface="Calibri"/>
                <a:cs typeface="Calibri"/>
                <a:sym typeface="Calibri"/>
              </a:rPr>
              <a:t>• IBM: 'AI Alignment' — Understanding how to align AI systems with human values</a:t>
            </a:r>
            <a:endParaRPr/>
          </a:p>
          <a:p>
            <a:pPr indent="0" lvl="0" marL="0" marR="0" rtl="0" algn="l">
              <a:spcBef>
                <a:spcPts val="800"/>
              </a:spcBef>
              <a:spcAft>
                <a:spcPts val="0"/>
              </a:spcAft>
              <a:buNone/>
            </a:pPr>
            <a:r>
              <a:rPr b="0" i="0" lang="en" sz="1600" u="none" cap="none" strike="noStrike">
                <a:solidFill>
                  <a:srgbClr val="404040"/>
                </a:solidFill>
                <a:latin typeface="Calibri"/>
                <a:ea typeface="Calibri"/>
                <a:cs typeface="Calibri"/>
                <a:sym typeface="Calibri"/>
              </a:rPr>
              <a:t>• Dextralabs: 'Context Engineering in LLMs' — Advanced prompting techniques</a:t>
            </a:r>
            <a:endParaRPr/>
          </a:p>
          <a:p>
            <a:pPr indent="0" lvl="0" marL="0" marR="0" rtl="0" algn="l">
              <a:spcBef>
                <a:spcPts val="800"/>
              </a:spcBef>
              <a:spcAft>
                <a:spcPts val="0"/>
              </a:spcAft>
              <a:buNone/>
            </a:pPr>
            <a:r>
              <a:rPr b="0" i="0" lang="en" sz="1600" u="none" cap="none" strike="noStrike">
                <a:solidFill>
                  <a:srgbClr val="404040"/>
                </a:solidFill>
                <a:latin typeface="Calibri"/>
                <a:ea typeface="Calibri"/>
                <a:cs typeface="Calibri"/>
                <a:sym typeface="Calibri"/>
              </a:rPr>
              <a:t>• Stanford Teaching Commons: 'Understanding AI Literacy'</a:t>
            </a:r>
            <a:endParaRPr/>
          </a:p>
          <a:p>
            <a:pPr indent="0" lvl="0" marL="0" marR="0" rtl="0" algn="l">
              <a:spcBef>
                <a:spcPts val="800"/>
              </a:spcBef>
              <a:spcAft>
                <a:spcPts val="0"/>
              </a:spcAft>
              <a:buNone/>
            </a:pPr>
            <a:r>
              <a:rPr b="0" i="0" lang="en" sz="1600" u="none" cap="none" strike="noStrike">
                <a:solidFill>
                  <a:srgbClr val="404040"/>
                </a:solidFill>
                <a:latin typeface="Calibri"/>
                <a:ea typeface="Calibri"/>
                <a:cs typeface="Calibri"/>
                <a:sym typeface="Calibri"/>
              </a:rPr>
              <a:t>• DataCamp: 'What is AI Literacy? A Comprehensive Guide for Beginners'</a:t>
            </a:r>
            <a:endParaRPr/>
          </a:p>
          <a:p>
            <a:pPr indent="0" lvl="0" marL="0" marR="0" rtl="0" algn="l">
              <a:spcBef>
                <a:spcPts val="800"/>
              </a:spcBef>
              <a:spcAft>
                <a:spcPts val="0"/>
              </a:spcAft>
              <a:buNone/>
            </a:pPr>
            <a:r>
              <a:rPr b="0" i="0" lang="en" sz="1600" u="none" cap="none" strike="noStrike">
                <a:solidFill>
                  <a:srgbClr val="404040"/>
                </a:solidFill>
                <a:latin typeface="Calibri"/>
                <a:ea typeface="Calibri"/>
                <a:cs typeface="Calibri"/>
                <a:sym typeface="Calibri"/>
              </a:rPr>
              <a:t>• Time (2024): 'How to Thrive in the AI Era at Work'</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82"/>
          <p:cNvSpPr/>
          <p:nvPr/>
        </p:nvSpPr>
        <p:spPr>
          <a:xfrm>
            <a:off x="0" y="0"/>
            <a:ext cx="9144000" cy="5143500"/>
          </a:xfrm>
          <a:prstGeom prst="rect">
            <a:avLst/>
          </a:prstGeom>
          <a:solidFill>
            <a:srgbClr val="1F4E7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3" name="Google Shape;1323;p182"/>
          <p:cNvSpPr txBox="1"/>
          <p:nvPr/>
        </p:nvSpPr>
        <p:spPr>
          <a:xfrm>
            <a:off x="1828800" y="1714500"/>
            <a:ext cx="5486400" cy="13716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 sz="5400" u="none" cap="none" strike="noStrike">
                <a:solidFill>
                  <a:srgbClr val="FFFFFF"/>
                </a:solidFill>
                <a:latin typeface="Calibri"/>
                <a:ea typeface="Calibri"/>
                <a:cs typeface="Calibri"/>
                <a:sym typeface="Calibri"/>
              </a:rPr>
              <a:t>Questions?</a:t>
            </a:r>
            <a:endParaRPr/>
          </a:p>
          <a:p>
            <a:pPr indent="0" lvl="0" marL="0" marR="0" rtl="0" algn="ctr">
              <a:spcBef>
                <a:spcPts val="0"/>
              </a:spcBef>
              <a:spcAft>
                <a:spcPts val="0"/>
              </a:spcAft>
              <a:buNone/>
            </a:pPr>
            <a:r>
              <a:t/>
            </a:r>
            <a:endParaRPr b="1" i="0" sz="5400" u="none" cap="none" strike="noStrike">
              <a:solidFill>
                <a:srgbClr val="FFFFFF"/>
              </a:solidFill>
              <a:latin typeface="Calibri"/>
              <a:ea typeface="Calibri"/>
              <a:cs typeface="Calibri"/>
              <a:sym typeface="Calibri"/>
            </a:endParaRPr>
          </a:p>
          <a:p>
            <a:pPr indent="0" lvl="0" marL="0" marR="0" rtl="0" algn="ctr">
              <a:spcBef>
                <a:spcPts val="0"/>
              </a:spcBef>
              <a:spcAft>
                <a:spcPts val="0"/>
              </a:spcAft>
              <a:buNone/>
            </a:pPr>
            <a:r>
              <a:rPr b="1" i="0" lang="en" sz="5400" u="none" cap="none" strike="noStrike">
                <a:solidFill>
                  <a:srgbClr val="FFFFFF"/>
                </a:solidFill>
                <a:latin typeface="Calibri"/>
                <a:ea typeface="Calibri"/>
                <a:cs typeface="Calibri"/>
                <a:sym typeface="Calibri"/>
              </a:rPr>
              <a:t>Discussion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HIFT4">
  <a:themeElements>
    <a:clrScheme name="Shift4">
      <a:dk1>
        <a:srgbClr val="000000"/>
      </a:dk1>
      <a:lt1>
        <a:srgbClr val="FFFFFF"/>
      </a:lt1>
      <a:dk2>
        <a:srgbClr val="3C3F41"/>
      </a:dk2>
      <a:lt2>
        <a:srgbClr val="DDDDDD"/>
      </a:lt2>
      <a:accent1>
        <a:srgbClr val="136EF6"/>
      </a:accent1>
      <a:accent2>
        <a:srgbClr val="87969D"/>
      </a:accent2>
      <a:accent3>
        <a:srgbClr val="0F3B80"/>
      </a:accent3>
      <a:accent4>
        <a:srgbClr val="2EE0F2"/>
      </a:accent4>
      <a:accent5>
        <a:srgbClr val="136EF6"/>
      </a:accent5>
      <a:accent6>
        <a:srgbClr val="87969D"/>
      </a:accent6>
      <a:hlink>
        <a:srgbClr val="136EF6"/>
      </a:hlink>
      <a:folHlink>
        <a:srgbClr val="136EF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